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DM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DMSans-regular.fntdata"/><Relationship Id="rId14" Type="http://schemas.openxmlformats.org/officeDocument/2006/relationships/slide" Target="slides/slide8.xml"/><Relationship Id="rId17" Type="http://schemas.openxmlformats.org/officeDocument/2006/relationships/font" Target="fonts/DMSans-italic.fntdata"/><Relationship Id="rId16" Type="http://schemas.openxmlformats.org/officeDocument/2006/relationships/font" Target="fonts/DMSa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font" Target="fonts/DM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a51dd6244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a51dd6244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a51dd6244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da51dd6244_2_1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a51dd6244_2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da51dd6244_2_1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a51dd6244_2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da51dd6244_2_2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a51dd6244_2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da51dd6244_2_3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a51dd6244_2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da51dd6244_2_3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da51dd6244_2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da51dd6244_2_4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da51dd6244_2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da51dd6244_2_4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hyperlink" Target="https://www.firecrawl.dev/" TargetMode="External"/><Relationship Id="rId9" Type="http://schemas.openxmlformats.org/officeDocument/2006/relationships/hyperlink" Target="https://www.sciencedirect.com" TargetMode="External"/><Relationship Id="rId5" Type="http://schemas.openxmlformats.org/officeDocument/2006/relationships/hyperlink" Target="https://www.bing.com/ck/a?!&amp;&amp;p=5515494489efe9a2f205aa92b68b85c01971d92b439ae0e69f9eee682f6a9d0cJmltdHM9MTc3NDM5NjgwMA&amp;ptn=3&amp;ver=2&amp;hsh=4&amp;fclid=1107bb65-057a-6787-13f6-ad4004d76605&amp;psq=gemini+ai&amp;u=a1aHR0cHM6Ly9nZW1pbmkuZ29vZ2xlLmNvbS8_aGw9ZW4tSU4&amp;ntb=1" TargetMode="External"/><Relationship Id="rId6" Type="http://schemas.openxmlformats.org/officeDocument/2006/relationships/hyperlink" Target="https://www.bing.com/ck/a?!&amp;&amp;p=5515494489efe9a2f205aa92b68b85c01971d92b439ae0e69f9eee682f6a9d0cJmltdHM9MTc3NDM5NjgwMA&amp;ptn=3&amp;ver=2&amp;hsh=4&amp;fclid=1107bb65-057a-6787-13f6-ad4004d76605&amp;psq=gemini+ai&amp;u=a1aHR0cHM6Ly9nZW1pbmkuZ29vZ2xlLmNvbS8_aGw9ZW4tSU4&amp;ntb=1" TargetMode="External"/><Relationship Id="rId7" Type="http://schemas.openxmlformats.org/officeDocument/2006/relationships/hyperlink" Target="https://www.perplexity.ai/" TargetMode="External"/><Relationship Id="rId8" Type="http://schemas.openxmlformats.org/officeDocument/2006/relationships/hyperlink" Target="https://supabase.com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48F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5"/>
          <p:cNvGrpSpPr/>
          <p:nvPr/>
        </p:nvGrpSpPr>
        <p:grpSpPr>
          <a:xfrm>
            <a:off x="219899" y="192546"/>
            <a:ext cx="1613776" cy="594495"/>
            <a:chOff x="0" y="-130967"/>
            <a:chExt cx="4303404" cy="1585319"/>
          </a:xfrm>
        </p:grpSpPr>
        <p:sp>
          <p:nvSpPr>
            <p:cNvPr id="130" name="Google Shape;130;p25"/>
            <p:cNvSpPr txBox="1"/>
            <p:nvPr/>
          </p:nvSpPr>
          <p:spPr>
            <a:xfrm>
              <a:off x="1578296" y="19050"/>
              <a:ext cx="2725108" cy="1435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3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SNUC</a:t>
              </a:r>
              <a:endParaRPr sz="700"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3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HACKS ‘26</a:t>
              </a:r>
              <a:endParaRPr sz="700"/>
            </a:p>
          </p:txBody>
        </p:sp>
        <p:grpSp>
          <p:nvGrpSpPr>
            <p:cNvPr id="131" name="Google Shape;131;p25"/>
            <p:cNvGrpSpPr/>
            <p:nvPr/>
          </p:nvGrpSpPr>
          <p:grpSpPr>
            <a:xfrm>
              <a:off x="0" y="-130967"/>
              <a:ext cx="1410260" cy="1541227"/>
              <a:chOff x="0" y="-47625"/>
              <a:chExt cx="512828" cy="560453"/>
            </a:xfrm>
          </p:grpSpPr>
          <p:sp>
            <p:nvSpPr>
              <p:cNvPr id="132" name="Google Shape;132;p25"/>
              <p:cNvSpPr/>
              <p:nvPr/>
            </p:nvSpPr>
            <p:spPr>
              <a:xfrm>
                <a:off x="0" y="0"/>
                <a:ext cx="512828" cy="512828"/>
              </a:xfrm>
              <a:custGeom>
                <a:rect b="b" l="l" r="r" t="t"/>
                <a:pathLst>
                  <a:path extrusionOk="0" h="512828" w="512828">
                    <a:moveTo>
                      <a:pt x="59365" y="0"/>
                    </a:moveTo>
                    <a:lnTo>
                      <a:pt x="453463" y="0"/>
                    </a:lnTo>
                    <a:cubicBezTo>
                      <a:pt x="469208" y="0"/>
                      <a:pt x="484307" y="6255"/>
                      <a:pt x="495440" y="17388"/>
                    </a:cubicBezTo>
                    <a:cubicBezTo>
                      <a:pt x="506574" y="28521"/>
                      <a:pt x="512828" y="43620"/>
                      <a:pt x="512828" y="59365"/>
                    </a:cubicBezTo>
                    <a:lnTo>
                      <a:pt x="512828" y="453463"/>
                    </a:lnTo>
                    <a:cubicBezTo>
                      <a:pt x="512828" y="469208"/>
                      <a:pt x="506574" y="484307"/>
                      <a:pt x="495440" y="495440"/>
                    </a:cubicBezTo>
                    <a:cubicBezTo>
                      <a:pt x="484307" y="506574"/>
                      <a:pt x="469208" y="512828"/>
                      <a:pt x="453463" y="512828"/>
                    </a:cubicBezTo>
                    <a:lnTo>
                      <a:pt x="59365" y="512828"/>
                    </a:lnTo>
                    <a:cubicBezTo>
                      <a:pt x="43620" y="512828"/>
                      <a:pt x="28521" y="506574"/>
                      <a:pt x="17388" y="495440"/>
                    </a:cubicBezTo>
                    <a:cubicBezTo>
                      <a:pt x="6255" y="484307"/>
                      <a:pt x="0" y="469208"/>
                      <a:pt x="0" y="453463"/>
                    </a:cubicBezTo>
                    <a:lnTo>
                      <a:pt x="0" y="59365"/>
                    </a:lnTo>
                    <a:cubicBezTo>
                      <a:pt x="0" y="43620"/>
                      <a:pt x="6255" y="28521"/>
                      <a:pt x="17388" y="17388"/>
                    </a:cubicBezTo>
                    <a:cubicBezTo>
                      <a:pt x="28521" y="6255"/>
                      <a:pt x="43620" y="0"/>
                      <a:pt x="593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25"/>
              <p:cNvSpPr txBox="1"/>
              <p:nvPr/>
            </p:nvSpPr>
            <p:spPr>
              <a:xfrm>
                <a:off x="0" y="-47625"/>
                <a:ext cx="512828" cy="5604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7700" lIns="57700" spcFirstLastPara="1" rIns="57700" wrap="square" tIns="57700">
                <a:noAutofit/>
              </a:bodyPr>
              <a:lstStyle/>
              <a:p>
                <a:pPr indent="0" lvl="0" marL="0" marR="0" rtl="0" algn="ctr">
                  <a:lnSpc>
                    <a:spcPct val="156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" name="Google Shape;134;p25"/>
            <p:cNvGrpSpPr/>
            <p:nvPr/>
          </p:nvGrpSpPr>
          <p:grpSpPr>
            <a:xfrm>
              <a:off x="539538" y="405680"/>
              <a:ext cx="58113" cy="186196"/>
              <a:chOff x="0" y="-57150"/>
              <a:chExt cx="48885" cy="156628"/>
            </a:xfrm>
          </p:grpSpPr>
          <p:sp>
            <p:nvSpPr>
              <p:cNvPr id="135" name="Google Shape;135;p25"/>
              <p:cNvSpPr/>
              <p:nvPr/>
            </p:nvSpPr>
            <p:spPr>
              <a:xfrm>
                <a:off x="0" y="0"/>
                <a:ext cx="48885" cy="99478"/>
              </a:xfrm>
              <a:custGeom>
                <a:rect b="b" l="l" r="r" t="t"/>
                <a:pathLst>
                  <a:path extrusionOk="0" h="99478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99478"/>
                    </a:lnTo>
                    <a:lnTo>
                      <a:pt x="0" y="99478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136" name="Google Shape;136;p25"/>
              <p:cNvSpPr txBox="1"/>
              <p:nvPr/>
            </p:nvSpPr>
            <p:spPr>
              <a:xfrm>
                <a:off x="0" y="-57150"/>
                <a:ext cx="48885" cy="156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25"/>
            <p:cNvGrpSpPr/>
            <p:nvPr/>
          </p:nvGrpSpPr>
          <p:grpSpPr>
            <a:xfrm rot="-5400000">
              <a:off x="537490" y="737183"/>
              <a:ext cx="55369" cy="187151"/>
              <a:chOff x="0" y="-57150"/>
              <a:chExt cx="46576" cy="157431"/>
            </a:xfrm>
          </p:grpSpPr>
          <p:sp>
            <p:nvSpPr>
              <p:cNvPr id="138" name="Google Shape;138;p25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139" name="Google Shape;139;p25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" name="Google Shape;140;p25"/>
            <p:cNvGrpSpPr/>
            <p:nvPr/>
          </p:nvGrpSpPr>
          <p:grpSpPr>
            <a:xfrm>
              <a:off x="266580" y="466828"/>
              <a:ext cx="96242" cy="396283"/>
              <a:chOff x="0" y="-57150"/>
              <a:chExt cx="80958" cy="333352"/>
            </a:xfrm>
          </p:grpSpPr>
          <p:sp>
            <p:nvSpPr>
              <p:cNvPr id="141" name="Google Shape;141;p25"/>
              <p:cNvSpPr/>
              <p:nvPr/>
            </p:nvSpPr>
            <p:spPr>
              <a:xfrm>
                <a:off x="0" y="0"/>
                <a:ext cx="80958" cy="276202"/>
              </a:xfrm>
              <a:custGeom>
                <a:rect b="b" l="l" r="r" t="t"/>
                <a:pathLst>
                  <a:path extrusionOk="0" h="276202" w="80958">
                    <a:moveTo>
                      <a:pt x="0" y="0"/>
                    </a:moveTo>
                    <a:lnTo>
                      <a:pt x="80958" y="0"/>
                    </a:lnTo>
                    <a:lnTo>
                      <a:pt x="80958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142" name="Google Shape;142;p25"/>
              <p:cNvSpPr txBox="1"/>
              <p:nvPr/>
            </p:nvSpPr>
            <p:spPr>
              <a:xfrm>
                <a:off x="0" y="-57150"/>
                <a:ext cx="80958" cy="333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" name="Google Shape;143;p25"/>
            <p:cNvGrpSpPr/>
            <p:nvPr/>
          </p:nvGrpSpPr>
          <p:grpSpPr>
            <a:xfrm>
              <a:off x="336153" y="405680"/>
              <a:ext cx="53339" cy="520425"/>
              <a:chOff x="0" y="-57150"/>
              <a:chExt cx="44868" cy="437779"/>
            </a:xfrm>
          </p:grpSpPr>
          <p:sp>
            <p:nvSpPr>
              <p:cNvPr id="144" name="Google Shape;144;p25"/>
              <p:cNvSpPr/>
              <p:nvPr/>
            </p:nvSpPr>
            <p:spPr>
              <a:xfrm>
                <a:off x="0" y="0"/>
                <a:ext cx="44868" cy="380629"/>
              </a:xfrm>
              <a:custGeom>
                <a:rect b="b" l="l" r="r" t="t"/>
                <a:pathLst>
                  <a:path extrusionOk="0"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145" name="Google Shape;145;p25"/>
              <p:cNvSpPr txBox="1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6" name="Google Shape;146;p25"/>
            <p:cNvGrpSpPr/>
            <p:nvPr/>
          </p:nvGrpSpPr>
          <p:grpSpPr>
            <a:xfrm rot="-5400000">
              <a:off x="401488" y="340344"/>
              <a:ext cx="62888" cy="329437"/>
              <a:chOff x="0" y="-57150"/>
              <a:chExt cx="52901" cy="277121"/>
            </a:xfrm>
          </p:grpSpPr>
          <p:sp>
            <p:nvSpPr>
              <p:cNvPr id="147" name="Google Shape;147;p25"/>
              <p:cNvSpPr/>
              <p:nvPr/>
            </p:nvSpPr>
            <p:spPr>
              <a:xfrm>
                <a:off x="0" y="0"/>
                <a:ext cx="52901" cy="219971"/>
              </a:xfrm>
              <a:custGeom>
                <a:rect b="b" l="l" r="r" t="t"/>
                <a:pathLst>
                  <a:path extrusionOk="0"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148" name="Google Shape;148;p25"/>
              <p:cNvSpPr txBox="1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" name="Google Shape;149;p25"/>
            <p:cNvGrpSpPr/>
            <p:nvPr/>
          </p:nvGrpSpPr>
          <p:grpSpPr>
            <a:xfrm rot="-5400000">
              <a:off x="407695" y="736043"/>
              <a:ext cx="50474" cy="329437"/>
              <a:chOff x="0" y="-57150"/>
              <a:chExt cx="42458" cy="277121"/>
            </a:xfrm>
          </p:grpSpPr>
          <p:sp>
            <p:nvSpPr>
              <p:cNvPr id="150" name="Google Shape;150;p25"/>
              <p:cNvSpPr/>
              <p:nvPr/>
            </p:nvSpPr>
            <p:spPr>
              <a:xfrm>
                <a:off x="0" y="0"/>
                <a:ext cx="42458" cy="219971"/>
              </a:xfrm>
              <a:custGeom>
                <a:rect b="b" l="l" r="r" t="t"/>
                <a:pathLst>
                  <a:path extrusionOk="0"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151" name="Google Shape;151;p25"/>
              <p:cNvSpPr txBox="1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" name="Google Shape;152;p25"/>
            <p:cNvGrpSpPr/>
            <p:nvPr/>
          </p:nvGrpSpPr>
          <p:grpSpPr>
            <a:xfrm>
              <a:off x="539538" y="735134"/>
              <a:ext cx="58113" cy="190971"/>
              <a:chOff x="0" y="-57150"/>
              <a:chExt cx="48885" cy="160644"/>
            </a:xfrm>
          </p:grpSpPr>
          <p:sp>
            <p:nvSpPr>
              <p:cNvPr id="153" name="Google Shape;153;p25"/>
              <p:cNvSpPr/>
              <p:nvPr/>
            </p:nvSpPr>
            <p:spPr>
              <a:xfrm>
                <a:off x="0" y="0"/>
                <a:ext cx="48885" cy="103494"/>
              </a:xfrm>
              <a:custGeom>
                <a:rect b="b" l="l" r="r" t="t"/>
                <a:pathLst>
                  <a:path extrusionOk="0"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154" name="Google Shape;154;p25"/>
              <p:cNvSpPr txBox="1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" name="Google Shape;155;p25"/>
            <p:cNvGrpSpPr/>
            <p:nvPr/>
          </p:nvGrpSpPr>
          <p:grpSpPr>
            <a:xfrm rot="-5400000">
              <a:off x="537490" y="470617"/>
              <a:ext cx="55369" cy="187151"/>
              <a:chOff x="0" y="-57150"/>
              <a:chExt cx="46576" cy="157431"/>
            </a:xfrm>
          </p:grpSpPr>
          <p:sp>
            <p:nvSpPr>
              <p:cNvPr id="156" name="Google Shape;156;p25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157" name="Google Shape;157;p25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" name="Google Shape;158;p25"/>
            <p:cNvGrpSpPr/>
            <p:nvPr/>
          </p:nvGrpSpPr>
          <p:grpSpPr>
            <a:xfrm>
              <a:off x="751510" y="477363"/>
              <a:ext cx="80309" cy="396283"/>
              <a:chOff x="0" y="-57150"/>
              <a:chExt cx="67555" cy="333352"/>
            </a:xfrm>
          </p:grpSpPr>
          <p:sp>
            <p:nvSpPr>
              <p:cNvPr id="159" name="Google Shape;159;p25"/>
              <p:cNvSpPr/>
              <p:nvPr/>
            </p:nvSpPr>
            <p:spPr>
              <a:xfrm>
                <a:off x="0" y="0"/>
                <a:ext cx="67555" cy="276202"/>
              </a:xfrm>
              <a:custGeom>
                <a:rect b="b" l="l" r="r" t="t"/>
                <a:pathLst>
                  <a:path extrusionOk="0" h="276202" w="67555">
                    <a:moveTo>
                      <a:pt x="0" y="0"/>
                    </a:moveTo>
                    <a:lnTo>
                      <a:pt x="67555" y="0"/>
                    </a:lnTo>
                    <a:lnTo>
                      <a:pt x="67555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160" name="Google Shape;160;p25"/>
              <p:cNvSpPr txBox="1"/>
              <p:nvPr/>
            </p:nvSpPr>
            <p:spPr>
              <a:xfrm>
                <a:off x="0" y="-57150"/>
                <a:ext cx="67555" cy="333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1" name="Google Shape;161;p25"/>
            <p:cNvGrpSpPr/>
            <p:nvPr/>
          </p:nvGrpSpPr>
          <p:grpSpPr>
            <a:xfrm>
              <a:off x="821083" y="416216"/>
              <a:ext cx="53339" cy="520425"/>
              <a:chOff x="0" y="-57150"/>
              <a:chExt cx="44868" cy="437779"/>
            </a:xfrm>
          </p:grpSpPr>
          <p:sp>
            <p:nvSpPr>
              <p:cNvPr id="162" name="Google Shape;162;p25"/>
              <p:cNvSpPr/>
              <p:nvPr/>
            </p:nvSpPr>
            <p:spPr>
              <a:xfrm>
                <a:off x="0" y="0"/>
                <a:ext cx="44868" cy="380629"/>
              </a:xfrm>
              <a:custGeom>
                <a:rect b="b" l="l" r="r" t="t"/>
                <a:pathLst>
                  <a:path extrusionOk="0"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163" name="Google Shape;163;p25"/>
              <p:cNvSpPr txBox="1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" name="Google Shape;164;p25"/>
            <p:cNvGrpSpPr/>
            <p:nvPr/>
          </p:nvGrpSpPr>
          <p:grpSpPr>
            <a:xfrm rot="-5400000">
              <a:off x="886418" y="350880"/>
              <a:ext cx="62888" cy="329437"/>
              <a:chOff x="0" y="-57150"/>
              <a:chExt cx="52901" cy="277121"/>
            </a:xfrm>
          </p:grpSpPr>
          <p:sp>
            <p:nvSpPr>
              <p:cNvPr id="165" name="Google Shape;165;p25"/>
              <p:cNvSpPr/>
              <p:nvPr/>
            </p:nvSpPr>
            <p:spPr>
              <a:xfrm>
                <a:off x="0" y="0"/>
                <a:ext cx="52901" cy="219971"/>
              </a:xfrm>
              <a:custGeom>
                <a:rect b="b" l="l" r="r" t="t"/>
                <a:pathLst>
                  <a:path extrusionOk="0"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166" name="Google Shape;166;p25"/>
              <p:cNvSpPr txBox="1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" name="Google Shape;167;p25"/>
            <p:cNvGrpSpPr/>
            <p:nvPr/>
          </p:nvGrpSpPr>
          <p:grpSpPr>
            <a:xfrm rot="-5400000">
              <a:off x="892625" y="746578"/>
              <a:ext cx="50474" cy="329437"/>
              <a:chOff x="0" y="-57150"/>
              <a:chExt cx="42458" cy="277121"/>
            </a:xfrm>
          </p:grpSpPr>
          <p:sp>
            <p:nvSpPr>
              <p:cNvPr id="168" name="Google Shape;168;p25"/>
              <p:cNvSpPr/>
              <p:nvPr/>
            </p:nvSpPr>
            <p:spPr>
              <a:xfrm>
                <a:off x="0" y="0"/>
                <a:ext cx="42458" cy="219971"/>
              </a:xfrm>
              <a:custGeom>
                <a:rect b="b" l="l" r="r" t="t"/>
                <a:pathLst>
                  <a:path extrusionOk="0"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169" name="Google Shape;169;p25"/>
              <p:cNvSpPr txBox="1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0" name="Google Shape;170;p25"/>
            <p:cNvGrpSpPr/>
            <p:nvPr/>
          </p:nvGrpSpPr>
          <p:grpSpPr>
            <a:xfrm>
              <a:off x="1024468" y="745670"/>
              <a:ext cx="58113" cy="190971"/>
              <a:chOff x="0" y="-57150"/>
              <a:chExt cx="48885" cy="160644"/>
            </a:xfrm>
          </p:grpSpPr>
          <p:sp>
            <p:nvSpPr>
              <p:cNvPr id="171" name="Google Shape;171;p25"/>
              <p:cNvSpPr/>
              <p:nvPr/>
            </p:nvSpPr>
            <p:spPr>
              <a:xfrm>
                <a:off x="0" y="0"/>
                <a:ext cx="48885" cy="103494"/>
              </a:xfrm>
              <a:custGeom>
                <a:rect b="b" l="l" r="r" t="t"/>
                <a:pathLst>
                  <a:path extrusionOk="0"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172" name="Google Shape;172;p25"/>
              <p:cNvSpPr txBox="1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" name="Google Shape;173;p25"/>
            <p:cNvGrpSpPr/>
            <p:nvPr/>
          </p:nvGrpSpPr>
          <p:grpSpPr>
            <a:xfrm rot="-5400000">
              <a:off x="1022420" y="481153"/>
              <a:ext cx="55369" cy="187151"/>
              <a:chOff x="0" y="-57150"/>
              <a:chExt cx="46576" cy="157431"/>
            </a:xfrm>
          </p:grpSpPr>
          <p:sp>
            <p:nvSpPr>
              <p:cNvPr id="174" name="Google Shape;174;p25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175" name="Google Shape;175;p25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" name="Google Shape;176;p25"/>
            <p:cNvGrpSpPr/>
            <p:nvPr/>
          </p:nvGrpSpPr>
          <p:grpSpPr>
            <a:xfrm rot="-5400000">
              <a:off x="1022420" y="747718"/>
              <a:ext cx="55369" cy="187151"/>
              <a:chOff x="0" y="-57150"/>
              <a:chExt cx="46576" cy="157431"/>
            </a:xfrm>
          </p:grpSpPr>
          <p:sp>
            <p:nvSpPr>
              <p:cNvPr id="177" name="Google Shape;177;p25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178" name="Google Shape;178;p25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" name="Google Shape;179;p25"/>
            <p:cNvGrpSpPr/>
            <p:nvPr/>
          </p:nvGrpSpPr>
          <p:grpSpPr>
            <a:xfrm>
              <a:off x="1024468" y="416216"/>
              <a:ext cx="57179" cy="174289"/>
              <a:chOff x="0" y="-57150"/>
              <a:chExt cx="48099" cy="146611"/>
            </a:xfrm>
          </p:grpSpPr>
          <p:sp>
            <p:nvSpPr>
              <p:cNvPr id="180" name="Google Shape;180;p25"/>
              <p:cNvSpPr/>
              <p:nvPr/>
            </p:nvSpPr>
            <p:spPr>
              <a:xfrm>
                <a:off x="0" y="0"/>
                <a:ext cx="48099" cy="89461"/>
              </a:xfrm>
              <a:custGeom>
                <a:rect b="b" l="l" r="r" t="t"/>
                <a:pathLst>
                  <a:path extrusionOk="0" h="89461" w="48099">
                    <a:moveTo>
                      <a:pt x="0" y="0"/>
                    </a:moveTo>
                    <a:lnTo>
                      <a:pt x="48099" y="0"/>
                    </a:lnTo>
                    <a:lnTo>
                      <a:pt x="48099" y="89461"/>
                    </a:lnTo>
                    <a:lnTo>
                      <a:pt x="0" y="8946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181" name="Google Shape;181;p25"/>
              <p:cNvSpPr txBox="1"/>
              <p:nvPr/>
            </p:nvSpPr>
            <p:spPr>
              <a:xfrm>
                <a:off x="0" y="-57150"/>
                <a:ext cx="48099" cy="146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2" name="Google Shape;182;p25"/>
          <p:cNvSpPr txBox="1"/>
          <p:nvPr/>
        </p:nvSpPr>
        <p:spPr>
          <a:xfrm>
            <a:off x="311426" y="1427100"/>
            <a:ext cx="856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RIVALYZE </a:t>
            </a:r>
            <a:r>
              <a:rPr b="1" lang="en" sz="20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ANALYZE : ADAPT : ACT</a:t>
            </a:r>
            <a:endParaRPr sz="20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3" name="Google Shape;183;p25"/>
          <p:cNvSpPr txBox="1"/>
          <p:nvPr/>
        </p:nvSpPr>
        <p:spPr>
          <a:xfrm>
            <a:off x="311424" y="2213974"/>
            <a:ext cx="513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Track :</a:t>
            </a:r>
            <a:r>
              <a:rPr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Market Intelligence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219900" y="3188475"/>
            <a:ext cx="8209200" cy="16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TEAM NAME : </a:t>
            </a:r>
            <a:r>
              <a:rPr lang="en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KAASILLA.CPP</a:t>
            </a:r>
            <a:endParaRPr sz="1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TEAM LEADER : </a:t>
            </a:r>
            <a:r>
              <a:rPr lang="en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ANGELIN ANTO</a:t>
            </a:r>
            <a:endParaRPr sz="1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TEAM MEMBERS : </a:t>
            </a:r>
            <a:r>
              <a:rPr lang="en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GRACIA, HARISH, JOSHITHA</a:t>
            </a:r>
            <a:endParaRPr sz="1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PHONE NUMBER :  </a:t>
            </a:r>
            <a:r>
              <a:rPr lang="en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9791166036</a:t>
            </a:r>
            <a:endParaRPr sz="16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ROOM NO. : </a:t>
            </a:r>
            <a:r>
              <a:rPr lang="en" sz="16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247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5"/>
          <p:cNvSpPr/>
          <p:nvPr/>
        </p:nvSpPr>
        <p:spPr>
          <a:xfrm rot="10800000">
            <a:off x="4541806" y="-21488"/>
            <a:ext cx="4602194" cy="4650638"/>
          </a:xfrm>
          <a:custGeom>
            <a:rect b="b" l="l" r="r" t="t"/>
            <a:pathLst>
              <a:path extrusionOk="0" h="9301276" w="9204388">
                <a:moveTo>
                  <a:pt x="9204388" y="9301276"/>
                </a:moveTo>
                <a:lnTo>
                  <a:pt x="0" y="9301276"/>
                </a:lnTo>
                <a:lnTo>
                  <a:pt x="0" y="0"/>
                </a:lnTo>
                <a:lnTo>
                  <a:pt x="9204388" y="0"/>
                </a:lnTo>
                <a:lnTo>
                  <a:pt x="9204388" y="9301276"/>
                </a:lnTo>
                <a:close/>
              </a:path>
            </a:pathLst>
          </a:custGeom>
          <a:blipFill rotWithShape="1">
            <a:blip r:embed="rId3">
              <a:alphaModFix amt="20000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48F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26"/>
          <p:cNvGrpSpPr/>
          <p:nvPr/>
        </p:nvGrpSpPr>
        <p:grpSpPr>
          <a:xfrm>
            <a:off x="7620533" y="4399847"/>
            <a:ext cx="1149904" cy="423610"/>
            <a:chOff x="0" y="-93321"/>
            <a:chExt cx="3066412" cy="1129627"/>
          </a:xfrm>
        </p:grpSpPr>
        <p:sp>
          <p:nvSpPr>
            <p:cNvPr id="191" name="Google Shape;191;p26"/>
            <p:cNvSpPr txBox="1"/>
            <p:nvPr/>
          </p:nvSpPr>
          <p:spPr>
            <a:xfrm>
              <a:off x="1124623" y="0"/>
              <a:ext cx="1941789" cy="10363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SNUC</a:t>
              </a:r>
              <a:endParaRPr sz="700"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HACKS ‘26</a:t>
              </a:r>
              <a:endParaRPr sz="700"/>
            </a:p>
          </p:txBody>
        </p:sp>
        <p:grpSp>
          <p:nvGrpSpPr>
            <p:cNvPr id="192" name="Google Shape;192;p26"/>
            <p:cNvGrpSpPr/>
            <p:nvPr/>
          </p:nvGrpSpPr>
          <p:grpSpPr>
            <a:xfrm>
              <a:off x="0" y="-93321"/>
              <a:ext cx="1004888" cy="1098209"/>
              <a:chOff x="0" y="-47625"/>
              <a:chExt cx="512828" cy="560453"/>
            </a:xfrm>
          </p:grpSpPr>
          <p:sp>
            <p:nvSpPr>
              <p:cNvPr id="193" name="Google Shape;193;p26"/>
              <p:cNvSpPr/>
              <p:nvPr/>
            </p:nvSpPr>
            <p:spPr>
              <a:xfrm>
                <a:off x="0" y="0"/>
                <a:ext cx="512828" cy="512828"/>
              </a:xfrm>
              <a:custGeom>
                <a:rect b="b" l="l" r="r" t="t"/>
                <a:pathLst>
                  <a:path extrusionOk="0" h="512828" w="512828">
                    <a:moveTo>
                      <a:pt x="59365" y="0"/>
                    </a:moveTo>
                    <a:lnTo>
                      <a:pt x="453463" y="0"/>
                    </a:lnTo>
                    <a:cubicBezTo>
                      <a:pt x="469208" y="0"/>
                      <a:pt x="484307" y="6255"/>
                      <a:pt x="495440" y="17388"/>
                    </a:cubicBezTo>
                    <a:cubicBezTo>
                      <a:pt x="506574" y="28521"/>
                      <a:pt x="512828" y="43620"/>
                      <a:pt x="512828" y="59365"/>
                    </a:cubicBezTo>
                    <a:lnTo>
                      <a:pt x="512828" y="453463"/>
                    </a:lnTo>
                    <a:cubicBezTo>
                      <a:pt x="512828" y="469208"/>
                      <a:pt x="506574" y="484307"/>
                      <a:pt x="495440" y="495440"/>
                    </a:cubicBezTo>
                    <a:cubicBezTo>
                      <a:pt x="484307" y="506574"/>
                      <a:pt x="469208" y="512828"/>
                      <a:pt x="453463" y="512828"/>
                    </a:cubicBezTo>
                    <a:lnTo>
                      <a:pt x="59365" y="512828"/>
                    </a:lnTo>
                    <a:cubicBezTo>
                      <a:pt x="43620" y="512828"/>
                      <a:pt x="28521" y="506574"/>
                      <a:pt x="17388" y="495440"/>
                    </a:cubicBezTo>
                    <a:cubicBezTo>
                      <a:pt x="6255" y="484307"/>
                      <a:pt x="0" y="469208"/>
                      <a:pt x="0" y="453463"/>
                    </a:cubicBezTo>
                    <a:lnTo>
                      <a:pt x="0" y="59365"/>
                    </a:lnTo>
                    <a:cubicBezTo>
                      <a:pt x="0" y="43620"/>
                      <a:pt x="6255" y="28521"/>
                      <a:pt x="17388" y="17388"/>
                    </a:cubicBezTo>
                    <a:cubicBezTo>
                      <a:pt x="28521" y="6255"/>
                      <a:pt x="43620" y="0"/>
                      <a:pt x="593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26"/>
              <p:cNvSpPr txBox="1"/>
              <p:nvPr/>
            </p:nvSpPr>
            <p:spPr>
              <a:xfrm>
                <a:off x="0" y="-47625"/>
                <a:ext cx="512828" cy="5604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7700" lIns="57700" spcFirstLastPara="1" rIns="57700" wrap="square" tIns="57700">
                <a:noAutofit/>
              </a:bodyPr>
              <a:lstStyle/>
              <a:p>
                <a:pPr indent="0" lvl="0" marL="0" marR="0" rtl="0" algn="ctr">
                  <a:lnSpc>
                    <a:spcPct val="156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5" name="Google Shape;195;p26"/>
            <p:cNvGrpSpPr/>
            <p:nvPr/>
          </p:nvGrpSpPr>
          <p:grpSpPr>
            <a:xfrm>
              <a:off x="384450" y="289070"/>
              <a:ext cx="41409" cy="132675"/>
              <a:chOff x="0" y="-57150"/>
              <a:chExt cx="48885" cy="156628"/>
            </a:xfrm>
          </p:grpSpPr>
          <p:sp>
            <p:nvSpPr>
              <p:cNvPr id="196" name="Google Shape;196;p26"/>
              <p:cNvSpPr/>
              <p:nvPr/>
            </p:nvSpPr>
            <p:spPr>
              <a:xfrm>
                <a:off x="0" y="0"/>
                <a:ext cx="48885" cy="99478"/>
              </a:xfrm>
              <a:custGeom>
                <a:rect b="b" l="l" r="r" t="t"/>
                <a:pathLst>
                  <a:path extrusionOk="0" h="99478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99478"/>
                    </a:lnTo>
                    <a:lnTo>
                      <a:pt x="0" y="99478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197" name="Google Shape;197;p26"/>
              <p:cNvSpPr txBox="1"/>
              <p:nvPr/>
            </p:nvSpPr>
            <p:spPr>
              <a:xfrm>
                <a:off x="0" y="-57150"/>
                <a:ext cx="48885" cy="156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" name="Google Shape;198;p26"/>
            <p:cNvGrpSpPr/>
            <p:nvPr/>
          </p:nvGrpSpPr>
          <p:grpSpPr>
            <a:xfrm rot="-5400000">
              <a:off x="382991" y="525283"/>
              <a:ext cx="39454" cy="133355"/>
              <a:chOff x="0" y="-57150"/>
              <a:chExt cx="46576" cy="157431"/>
            </a:xfrm>
          </p:grpSpPr>
          <p:sp>
            <p:nvSpPr>
              <p:cNvPr id="199" name="Google Shape;199;p26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00" name="Google Shape;200;p26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26"/>
            <p:cNvGrpSpPr/>
            <p:nvPr/>
          </p:nvGrpSpPr>
          <p:grpSpPr>
            <a:xfrm>
              <a:off x="189953" y="332641"/>
              <a:ext cx="68578" cy="282373"/>
              <a:chOff x="0" y="-57150"/>
              <a:chExt cx="80958" cy="333352"/>
            </a:xfrm>
          </p:grpSpPr>
          <p:sp>
            <p:nvSpPr>
              <p:cNvPr id="202" name="Google Shape;202;p26"/>
              <p:cNvSpPr/>
              <p:nvPr/>
            </p:nvSpPr>
            <p:spPr>
              <a:xfrm>
                <a:off x="0" y="0"/>
                <a:ext cx="80958" cy="276202"/>
              </a:xfrm>
              <a:custGeom>
                <a:rect b="b" l="l" r="r" t="t"/>
                <a:pathLst>
                  <a:path extrusionOk="0" h="276202" w="80958">
                    <a:moveTo>
                      <a:pt x="0" y="0"/>
                    </a:moveTo>
                    <a:lnTo>
                      <a:pt x="80958" y="0"/>
                    </a:lnTo>
                    <a:lnTo>
                      <a:pt x="80958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03" name="Google Shape;203;p26"/>
              <p:cNvSpPr txBox="1"/>
              <p:nvPr/>
            </p:nvSpPr>
            <p:spPr>
              <a:xfrm>
                <a:off x="0" y="-57150"/>
                <a:ext cx="80958" cy="333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4" name="Google Shape;204;p26"/>
            <p:cNvGrpSpPr/>
            <p:nvPr/>
          </p:nvGrpSpPr>
          <p:grpSpPr>
            <a:xfrm>
              <a:off x="239528" y="289070"/>
              <a:ext cx="38007" cy="370831"/>
              <a:chOff x="0" y="-57150"/>
              <a:chExt cx="44868" cy="437779"/>
            </a:xfrm>
          </p:grpSpPr>
          <p:sp>
            <p:nvSpPr>
              <p:cNvPr id="205" name="Google Shape;205;p26"/>
              <p:cNvSpPr/>
              <p:nvPr/>
            </p:nvSpPr>
            <p:spPr>
              <a:xfrm>
                <a:off x="0" y="0"/>
                <a:ext cx="44868" cy="380629"/>
              </a:xfrm>
              <a:custGeom>
                <a:rect b="b" l="l" r="r" t="t"/>
                <a:pathLst>
                  <a:path extrusionOk="0"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06" name="Google Shape;206;p26"/>
              <p:cNvSpPr txBox="1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26"/>
            <p:cNvGrpSpPr/>
            <p:nvPr/>
          </p:nvGrpSpPr>
          <p:grpSpPr>
            <a:xfrm rot="-5400000">
              <a:off x="286083" y="242515"/>
              <a:ext cx="44811" cy="234742"/>
              <a:chOff x="0" y="-57150"/>
              <a:chExt cx="52901" cy="277121"/>
            </a:xfrm>
          </p:grpSpPr>
          <p:sp>
            <p:nvSpPr>
              <p:cNvPr id="208" name="Google Shape;208;p26"/>
              <p:cNvSpPr/>
              <p:nvPr/>
            </p:nvSpPr>
            <p:spPr>
              <a:xfrm>
                <a:off x="0" y="0"/>
                <a:ext cx="52901" cy="219971"/>
              </a:xfrm>
              <a:custGeom>
                <a:rect b="b" l="l" r="r" t="t"/>
                <a:pathLst>
                  <a:path extrusionOk="0"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09" name="Google Shape;209;p26"/>
              <p:cNvSpPr txBox="1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26"/>
            <p:cNvGrpSpPr/>
            <p:nvPr/>
          </p:nvGrpSpPr>
          <p:grpSpPr>
            <a:xfrm rot="-5400000">
              <a:off x="290506" y="524471"/>
              <a:ext cx="35965" cy="234742"/>
              <a:chOff x="0" y="-57150"/>
              <a:chExt cx="42458" cy="277121"/>
            </a:xfrm>
          </p:grpSpPr>
          <p:sp>
            <p:nvSpPr>
              <p:cNvPr id="211" name="Google Shape;211;p26"/>
              <p:cNvSpPr/>
              <p:nvPr/>
            </p:nvSpPr>
            <p:spPr>
              <a:xfrm>
                <a:off x="0" y="0"/>
                <a:ext cx="42458" cy="219971"/>
              </a:xfrm>
              <a:custGeom>
                <a:rect b="b" l="l" r="r" t="t"/>
                <a:pathLst>
                  <a:path extrusionOk="0"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12" name="Google Shape;212;p26"/>
              <p:cNvSpPr txBox="1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" name="Google Shape;213;p26"/>
            <p:cNvGrpSpPr/>
            <p:nvPr/>
          </p:nvGrpSpPr>
          <p:grpSpPr>
            <a:xfrm>
              <a:off x="384450" y="523824"/>
              <a:ext cx="41409" cy="136077"/>
              <a:chOff x="0" y="-57150"/>
              <a:chExt cx="48885" cy="160644"/>
            </a:xfrm>
          </p:grpSpPr>
          <p:sp>
            <p:nvSpPr>
              <p:cNvPr id="214" name="Google Shape;214;p26"/>
              <p:cNvSpPr/>
              <p:nvPr/>
            </p:nvSpPr>
            <p:spPr>
              <a:xfrm>
                <a:off x="0" y="0"/>
                <a:ext cx="48885" cy="103494"/>
              </a:xfrm>
              <a:custGeom>
                <a:rect b="b" l="l" r="r" t="t"/>
                <a:pathLst>
                  <a:path extrusionOk="0"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15" name="Google Shape;215;p26"/>
              <p:cNvSpPr txBox="1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26"/>
            <p:cNvGrpSpPr/>
            <p:nvPr/>
          </p:nvGrpSpPr>
          <p:grpSpPr>
            <a:xfrm rot="-5400000">
              <a:off x="382991" y="335340"/>
              <a:ext cx="39454" cy="133355"/>
              <a:chOff x="0" y="-57150"/>
              <a:chExt cx="46576" cy="157431"/>
            </a:xfrm>
          </p:grpSpPr>
          <p:sp>
            <p:nvSpPr>
              <p:cNvPr id="217" name="Google Shape;217;p26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18" name="Google Shape;218;p26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26"/>
            <p:cNvGrpSpPr/>
            <p:nvPr/>
          </p:nvGrpSpPr>
          <p:grpSpPr>
            <a:xfrm>
              <a:off x="535492" y="340148"/>
              <a:ext cx="57224" cy="282373"/>
              <a:chOff x="0" y="-57150"/>
              <a:chExt cx="67555" cy="333352"/>
            </a:xfrm>
          </p:grpSpPr>
          <p:sp>
            <p:nvSpPr>
              <p:cNvPr id="220" name="Google Shape;220;p26"/>
              <p:cNvSpPr/>
              <p:nvPr/>
            </p:nvSpPr>
            <p:spPr>
              <a:xfrm>
                <a:off x="0" y="0"/>
                <a:ext cx="67555" cy="276202"/>
              </a:xfrm>
              <a:custGeom>
                <a:rect b="b" l="l" r="r" t="t"/>
                <a:pathLst>
                  <a:path extrusionOk="0" h="276202" w="67555">
                    <a:moveTo>
                      <a:pt x="0" y="0"/>
                    </a:moveTo>
                    <a:lnTo>
                      <a:pt x="67555" y="0"/>
                    </a:lnTo>
                    <a:lnTo>
                      <a:pt x="67555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21" name="Google Shape;221;p26"/>
              <p:cNvSpPr txBox="1"/>
              <p:nvPr/>
            </p:nvSpPr>
            <p:spPr>
              <a:xfrm>
                <a:off x="0" y="-57150"/>
                <a:ext cx="67555" cy="333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26"/>
            <p:cNvGrpSpPr/>
            <p:nvPr/>
          </p:nvGrpSpPr>
          <p:grpSpPr>
            <a:xfrm>
              <a:off x="585067" y="296577"/>
              <a:ext cx="38007" cy="370831"/>
              <a:chOff x="0" y="-57150"/>
              <a:chExt cx="44868" cy="437779"/>
            </a:xfrm>
          </p:grpSpPr>
          <p:sp>
            <p:nvSpPr>
              <p:cNvPr id="223" name="Google Shape;223;p26"/>
              <p:cNvSpPr/>
              <p:nvPr/>
            </p:nvSpPr>
            <p:spPr>
              <a:xfrm>
                <a:off x="0" y="0"/>
                <a:ext cx="44868" cy="380629"/>
              </a:xfrm>
              <a:custGeom>
                <a:rect b="b" l="l" r="r" t="t"/>
                <a:pathLst>
                  <a:path extrusionOk="0"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24" name="Google Shape;224;p26"/>
              <p:cNvSpPr txBox="1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26"/>
            <p:cNvGrpSpPr/>
            <p:nvPr/>
          </p:nvGrpSpPr>
          <p:grpSpPr>
            <a:xfrm rot="-5400000">
              <a:off x="631622" y="250022"/>
              <a:ext cx="44811" cy="234742"/>
              <a:chOff x="0" y="-57150"/>
              <a:chExt cx="52901" cy="277121"/>
            </a:xfrm>
          </p:grpSpPr>
          <p:sp>
            <p:nvSpPr>
              <p:cNvPr id="226" name="Google Shape;226;p26"/>
              <p:cNvSpPr/>
              <p:nvPr/>
            </p:nvSpPr>
            <p:spPr>
              <a:xfrm>
                <a:off x="0" y="0"/>
                <a:ext cx="52901" cy="219971"/>
              </a:xfrm>
              <a:custGeom>
                <a:rect b="b" l="l" r="r" t="t"/>
                <a:pathLst>
                  <a:path extrusionOk="0"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27" name="Google Shape;227;p26"/>
              <p:cNvSpPr txBox="1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26"/>
            <p:cNvGrpSpPr/>
            <p:nvPr/>
          </p:nvGrpSpPr>
          <p:grpSpPr>
            <a:xfrm rot="-5400000">
              <a:off x="636045" y="531979"/>
              <a:ext cx="35965" cy="234742"/>
              <a:chOff x="0" y="-57150"/>
              <a:chExt cx="42458" cy="277121"/>
            </a:xfrm>
          </p:grpSpPr>
          <p:sp>
            <p:nvSpPr>
              <p:cNvPr id="229" name="Google Shape;229;p26"/>
              <p:cNvSpPr/>
              <p:nvPr/>
            </p:nvSpPr>
            <p:spPr>
              <a:xfrm>
                <a:off x="0" y="0"/>
                <a:ext cx="42458" cy="219971"/>
              </a:xfrm>
              <a:custGeom>
                <a:rect b="b" l="l" r="r" t="t"/>
                <a:pathLst>
                  <a:path extrusionOk="0"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30" name="Google Shape;230;p26"/>
              <p:cNvSpPr txBox="1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" name="Google Shape;231;p26"/>
            <p:cNvGrpSpPr/>
            <p:nvPr/>
          </p:nvGrpSpPr>
          <p:grpSpPr>
            <a:xfrm>
              <a:off x="729990" y="531331"/>
              <a:ext cx="41409" cy="136077"/>
              <a:chOff x="0" y="-57150"/>
              <a:chExt cx="48885" cy="160644"/>
            </a:xfrm>
          </p:grpSpPr>
          <p:sp>
            <p:nvSpPr>
              <p:cNvPr id="232" name="Google Shape;232;p26"/>
              <p:cNvSpPr/>
              <p:nvPr/>
            </p:nvSpPr>
            <p:spPr>
              <a:xfrm>
                <a:off x="0" y="0"/>
                <a:ext cx="48885" cy="103494"/>
              </a:xfrm>
              <a:custGeom>
                <a:rect b="b" l="l" r="r" t="t"/>
                <a:pathLst>
                  <a:path extrusionOk="0"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33" name="Google Shape;233;p26"/>
              <p:cNvSpPr txBox="1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4" name="Google Shape;234;p26"/>
            <p:cNvGrpSpPr/>
            <p:nvPr/>
          </p:nvGrpSpPr>
          <p:grpSpPr>
            <a:xfrm rot="-5400000">
              <a:off x="728531" y="342847"/>
              <a:ext cx="39454" cy="133355"/>
              <a:chOff x="0" y="-57150"/>
              <a:chExt cx="46576" cy="157431"/>
            </a:xfrm>
          </p:grpSpPr>
          <p:sp>
            <p:nvSpPr>
              <p:cNvPr id="235" name="Google Shape;235;p26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36" name="Google Shape;236;p26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" name="Google Shape;237;p26"/>
            <p:cNvGrpSpPr/>
            <p:nvPr/>
          </p:nvGrpSpPr>
          <p:grpSpPr>
            <a:xfrm rot="-5400000">
              <a:off x="728531" y="532790"/>
              <a:ext cx="39454" cy="133355"/>
              <a:chOff x="0" y="-57150"/>
              <a:chExt cx="46576" cy="157431"/>
            </a:xfrm>
          </p:grpSpPr>
          <p:sp>
            <p:nvSpPr>
              <p:cNvPr id="238" name="Google Shape;238;p26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39" name="Google Shape;239;p26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" name="Google Shape;240;p26"/>
            <p:cNvGrpSpPr/>
            <p:nvPr/>
          </p:nvGrpSpPr>
          <p:grpSpPr>
            <a:xfrm>
              <a:off x="729990" y="296577"/>
              <a:ext cx="40743" cy="124190"/>
              <a:chOff x="0" y="-57150"/>
              <a:chExt cx="48099" cy="146611"/>
            </a:xfrm>
          </p:grpSpPr>
          <p:sp>
            <p:nvSpPr>
              <p:cNvPr id="241" name="Google Shape;241;p26"/>
              <p:cNvSpPr/>
              <p:nvPr/>
            </p:nvSpPr>
            <p:spPr>
              <a:xfrm>
                <a:off x="0" y="0"/>
                <a:ext cx="48099" cy="89461"/>
              </a:xfrm>
              <a:custGeom>
                <a:rect b="b" l="l" r="r" t="t"/>
                <a:pathLst>
                  <a:path extrusionOk="0" h="89461" w="48099">
                    <a:moveTo>
                      <a:pt x="0" y="0"/>
                    </a:moveTo>
                    <a:lnTo>
                      <a:pt x="48099" y="0"/>
                    </a:lnTo>
                    <a:lnTo>
                      <a:pt x="48099" y="89461"/>
                    </a:lnTo>
                    <a:lnTo>
                      <a:pt x="0" y="8946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42" name="Google Shape;242;p26"/>
              <p:cNvSpPr txBox="1"/>
              <p:nvPr/>
            </p:nvSpPr>
            <p:spPr>
              <a:xfrm>
                <a:off x="0" y="-57150"/>
                <a:ext cx="48099" cy="146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43" name="Google Shape;243;p26"/>
          <p:cNvSpPr txBox="1"/>
          <p:nvPr/>
        </p:nvSpPr>
        <p:spPr>
          <a:xfrm>
            <a:off x="298300" y="154799"/>
            <a:ext cx="378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5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PROBLEM STATEMENT:</a:t>
            </a:r>
            <a:endParaRPr b="1" sz="25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4" name="Google Shape;244;p26"/>
          <p:cNvSpPr txBox="1"/>
          <p:nvPr/>
        </p:nvSpPr>
        <p:spPr>
          <a:xfrm>
            <a:off x="0" y="830800"/>
            <a:ext cx="8784300" cy="42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Char char="●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The Fragmentation Crisis: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Competitive intelligence is currently a manual "hunt" across </a:t>
            </a: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siloed sources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like landing pages, reviews, and ad libraries.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Char char="●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Decisional Latency: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Teams are trapped in "reactive" mode—only noticing a </a:t>
            </a: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competitor's pivot months after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it happens, leading to lost market share.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Char char="●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The Objective: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Build an autonomous engine that mirrors the work of a consultant by providing </a:t>
            </a: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Decision-Ready Insights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instead of raw data.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Char char="●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The Approach: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Gather data with a </a:t>
            </a: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data-scraper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generate </a:t>
            </a: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insights 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and </a:t>
            </a: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predictions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Char char="●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The Result: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Move from "slow, blindl guessing" to responding in hours, ensuring your sales pitch always owns the market gap.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245" name="Google Shape;245;p26"/>
          <p:cNvSpPr/>
          <p:nvPr/>
        </p:nvSpPr>
        <p:spPr>
          <a:xfrm rot="10800000">
            <a:off x="4941894" y="154812"/>
            <a:ext cx="4602194" cy="4650638"/>
          </a:xfrm>
          <a:custGeom>
            <a:rect b="b" l="l" r="r" t="t"/>
            <a:pathLst>
              <a:path extrusionOk="0" h="9301276" w="9204388">
                <a:moveTo>
                  <a:pt x="9204388" y="9301276"/>
                </a:moveTo>
                <a:lnTo>
                  <a:pt x="0" y="9301276"/>
                </a:lnTo>
                <a:lnTo>
                  <a:pt x="0" y="0"/>
                </a:lnTo>
                <a:lnTo>
                  <a:pt x="9204388" y="0"/>
                </a:lnTo>
                <a:lnTo>
                  <a:pt x="9204388" y="9301276"/>
                </a:lnTo>
                <a:close/>
              </a:path>
            </a:pathLst>
          </a:custGeom>
          <a:blipFill rotWithShape="1">
            <a:blip r:embed="rId3">
              <a:alphaModFix amt="20000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48F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 rot="10800000">
            <a:off x="4541806" y="-21488"/>
            <a:ext cx="4602194" cy="4650638"/>
          </a:xfrm>
          <a:custGeom>
            <a:rect b="b" l="l" r="r" t="t"/>
            <a:pathLst>
              <a:path extrusionOk="0" h="9301276" w="9204388">
                <a:moveTo>
                  <a:pt x="9204388" y="9301276"/>
                </a:moveTo>
                <a:lnTo>
                  <a:pt x="0" y="9301276"/>
                </a:lnTo>
                <a:lnTo>
                  <a:pt x="0" y="0"/>
                </a:lnTo>
                <a:lnTo>
                  <a:pt x="9204388" y="0"/>
                </a:lnTo>
                <a:lnTo>
                  <a:pt x="9204388" y="9301276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1" name="Google Shape;251;p27"/>
          <p:cNvGrpSpPr/>
          <p:nvPr/>
        </p:nvGrpSpPr>
        <p:grpSpPr>
          <a:xfrm>
            <a:off x="7620533" y="4399847"/>
            <a:ext cx="1149904" cy="423610"/>
            <a:chOff x="0" y="-93321"/>
            <a:chExt cx="3066412" cy="1129627"/>
          </a:xfrm>
        </p:grpSpPr>
        <p:sp>
          <p:nvSpPr>
            <p:cNvPr id="252" name="Google Shape;252;p27"/>
            <p:cNvSpPr txBox="1"/>
            <p:nvPr/>
          </p:nvSpPr>
          <p:spPr>
            <a:xfrm>
              <a:off x="1124623" y="0"/>
              <a:ext cx="1941789" cy="10363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SNUC</a:t>
              </a:r>
              <a:endParaRPr sz="700"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HACKS ‘26</a:t>
              </a:r>
              <a:endParaRPr sz="700"/>
            </a:p>
          </p:txBody>
        </p:sp>
        <p:grpSp>
          <p:nvGrpSpPr>
            <p:cNvPr id="253" name="Google Shape;253;p27"/>
            <p:cNvGrpSpPr/>
            <p:nvPr/>
          </p:nvGrpSpPr>
          <p:grpSpPr>
            <a:xfrm>
              <a:off x="0" y="-93321"/>
              <a:ext cx="1004888" cy="1098209"/>
              <a:chOff x="0" y="-47625"/>
              <a:chExt cx="512828" cy="560453"/>
            </a:xfrm>
          </p:grpSpPr>
          <p:sp>
            <p:nvSpPr>
              <p:cNvPr id="254" name="Google Shape;254;p27"/>
              <p:cNvSpPr/>
              <p:nvPr/>
            </p:nvSpPr>
            <p:spPr>
              <a:xfrm>
                <a:off x="0" y="0"/>
                <a:ext cx="512828" cy="512828"/>
              </a:xfrm>
              <a:custGeom>
                <a:rect b="b" l="l" r="r" t="t"/>
                <a:pathLst>
                  <a:path extrusionOk="0" h="512828" w="512828">
                    <a:moveTo>
                      <a:pt x="59365" y="0"/>
                    </a:moveTo>
                    <a:lnTo>
                      <a:pt x="453463" y="0"/>
                    </a:lnTo>
                    <a:cubicBezTo>
                      <a:pt x="469208" y="0"/>
                      <a:pt x="484307" y="6255"/>
                      <a:pt x="495440" y="17388"/>
                    </a:cubicBezTo>
                    <a:cubicBezTo>
                      <a:pt x="506574" y="28521"/>
                      <a:pt x="512828" y="43620"/>
                      <a:pt x="512828" y="59365"/>
                    </a:cubicBezTo>
                    <a:lnTo>
                      <a:pt x="512828" y="453463"/>
                    </a:lnTo>
                    <a:cubicBezTo>
                      <a:pt x="512828" y="469208"/>
                      <a:pt x="506574" y="484307"/>
                      <a:pt x="495440" y="495440"/>
                    </a:cubicBezTo>
                    <a:cubicBezTo>
                      <a:pt x="484307" y="506574"/>
                      <a:pt x="469208" y="512828"/>
                      <a:pt x="453463" y="512828"/>
                    </a:cubicBezTo>
                    <a:lnTo>
                      <a:pt x="59365" y="512828"/>
                    </a:lnTo>
                    <a:cubicBezTo>
                      <a:pt x="43620" y="512828"/>
                      <a:pt x="28521" y="506574"/>
                      <a:pt x="17388" y="495440"/>
                    </a:cubicBezTo>
                    <a:cubicBezTo>
                      <a:pt x="6255" y="484307"/>
                      <a:pt x="0" y="469208"/>
                      <a:pt x="0" y="453463"/>
                    </a:cubicBezTo>
                    <a:lnTo>
                      <a:pt x="0" y="59365"/>
                    </a:lnTo>
                    <a:cubicBezTo>
                      <a:pt x="0" y="43620"/>
                      <a:pt x="6255" y="28521"/>
                      <a:pt x="17388" y="17388"/>
                    </a:cubicBezTo>
                    <a:cubicBezTo>
                      <a:pt x="28521" y="6255"/>
                      <a:pt x="43620" y="0"/>
                      <a:pt x="593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27"/>
              <p:cNvSpPr txBox="1"/>
              <p:nvPr/>
            </p:nvSpPr>
            <p:spPr>
              <a:xfrm>
                <a:off x="0" y="-47625"/>
                <a:ext cx="512828" cy="5604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7700" lIns="57700" spcFirstLastPara="1" rIns="57700" wrap="square" tIns="57700">
                <a:noAutofit/>
              </a:bodyPr>
              <a:lstStyle/>
              <a:p>
                <a:pPr indent="0" lvl="0" marL="0" marR="0" rtl="0" algn="ctr">
                  <a:lnSpc>
                    <a:spcPct val="156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" name="Google Shape;256;p27"/>
            <p:cNvGrpSpPr/>
            <p:nvPr/>
          </p:nvGrpSpPr>
          <p:grpSpPr>
            <a:xfrm>
              <a:off x="384450" y="289070"/>
              <a:ext cx="41409" cy="132675"/>
              <a:chOff x="0" y="-57150"/>
              <a:chExt cx="48885" cy="156628"/>
            </a:xfrm>
          </p:grpSpPr>
          <p:sp>
            <p:nvSpPr>
              <p:cNvPr id="257" name="Google Shape;257;p27"/>
              <p:cNvSpPr/>
              <p:nvPr/>
            </p:nvSpPr>
            <p:spPr>
              <a:xfrm>
                <a:off x="0" y="0"/>
                <a:ext cx="48885" cy="99478"/>
              </a:xfrm>
              <a:custGeom>
                <a:rect b="b" l="l" r="r" t="t"/>
                <a:pathLst>
                  <a:path extrusionOk="0" h="99478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99478"/>
                    </a:lnTo>
                    <a:lnTo>
                      <a:pt x="0" y="99478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58" name="Google Shape;258;p27"/>
              <p:cNvSpPr txBox="1"/>
              <p:nvPr/>
            </p:nvSpPr>
            <p:spPr>
              <a:xfrm>
                <a:off x="0" y="-57150"/>
                <a:ext cx="48885" cy="156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27"/>
            <p:cNvGrpSpPr/>
            <p:nvPr/>
          </p:nvGrpSpPr>
          <p:grpSpPr>
            <a:xfrm rot="-5400000">
              <a:off x="382991" y="525283"/>
              <a:ext cx="39454" cy="133355"/>
              <a:chOff x="0" y="-57150"/>
              <a:chExt cx="46576" cy="157431"/>
            </a:xfrm>
          </p:grpSpPr>
          <p:sp>
            <p:nvSpPr>
              <p:cNvPr id="260" name="Google Shape;260;p27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61" name="Google Shape;261;p27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27"/>
            <p:cNvGrpSpPr/>
            <p:nvPr/>
          </p:nvGrpSpPr>
          <p:grpSpPr>
            <a:xfrm>
              <a:off x="189953" y="332641"/>
              <a:ext cx="68578" cy="282373"/>
              <a:chOff x="0" y="-57150"/>
              <a:chExt cx="80958" cy="333352"/>
            </a:xfrm>
          </p:grpSpPr>
          <p:sp>
            <p:nvSpPr>
              <p:cNvPr id="263" name="Google Shape;263;p27"/>
              <p:cNvSpPr/>
              <p:nvPr/>
            </p:nvSpPr>
            <p:spPr>
              <a:xfrm>
                <a:off x="0" y="0"/>
                <a:ext cx="80958" cy="276202"/>
              </a:xfrm>
              <a:custGeom>
                <a:rect b="b" l="l" r="r" t="t"/>
                <a:pathLst>
                  <a:path extrusionOk="0" h="276202" w="80958">
                    <a:moveTo>
                      <a:pt x="0" y="0"/>
                    </a:moveTo>
                    <a:lnTo>
                      <a:pt x="80958" y="0"/>
                    </a:lnTo>
                    <a:lnTo>
                      <a:pt x="80958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64" name="Google Shape;264;p27"/>
              <p:cNvSpPr txBox="1"/>
              <p:nvPr/>
            </p:nvSpPr>
            <p:spPr>
              <a:xfrm>
                <a:off x="0" y="-57150"/>
                <a:ext cx="80958" cy="333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5" name="Google Shape;265;p27"/>
            <p:cNvGrpSpPr/>
            <p:nvPr/>
          </p:nvGrpSpPr>
          <p:grpSpPr>
            <a:xfrm>
              <a:off x="239528" y="289070"/>
              <a:ext cx="38007" cy="370831"/>
              <a:chOff x="0" y="-57150"/>
              <a:chExt cx="44868" cy="437779"/>
            </a:xfrm>
          </p:grpSpPr>
          <p:sp>
            <p:nvSpPr>
              <p:cNvPr id="266" name="Google Shape;266;p27"/>
              <p:cNvSpPr/>
              <p:nvPr/>
            </p:nvSpPr>
            <p:spPr>
              <a:xfrm>
                <a:off x="0" y="0"/>
                <a:ext cx="44868" cy="380629"/>
              </a:xfrm>
              <a:custGeom>
                <a:rect b="b" l="l" r="r" t="t"/>
                <a:pathLst>
                  <a:path extrusionOk="0"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67" name="Google Shape;267;p27"/>
              <p:cNvSpPr txBox="1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" name="Google Shape;268;p27"/>
            <p:cNvGrpSpPr/>
            <p:nvPr/>
          </p:nvGrpSpPr>
          <p:grpSpPr>
            <a:xfrm rot="-5400000">
              <a:off x="286083" y="242515"/>
              <a:ext cx="44811" cy="234742"/>
              <a:chOff x="0" y="-57150"/>
              <a:chExt cx="52901" cy="277121"/>
            </a:xfrm>
          </p:grpSpPr>
          <p:sp>
            <p:nvSpPr>
              <p:cNvPr id="269" name="Google Shape;269;p27"/>
              <p:cNvSpPr/>
              <p:nvPr/>
            </p:nvSpPr>
            <p:spPr>
              <a:xfrm>
                <a:off x="0" y="0"/>
                <a:ext cx="52901" cy="219971"/>
              </a:xfrm>
              <a:custGeom>
                <a:rect b="b" l="l" r="r" t="t"/>
                <a:pathLst>
                  <a:path extrusionOk="0"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70" name="Google Shape;270;p27"/>
              <p:cNvSpPr txBox="1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1" name="Google Shape;271;p27"/>
            <p:cNvGrpSpPr/>
            <p:nvPr/>
          </p:nvGrpSpPr>
          <p:grpSpPr>
            <a:xfrm rot="-5400000">
              <a:off x="290506" y="524471"/>
              <a:ext cx="35965" cy="234742"/>
              <a:chOff x="0" y="-57150"/>
              <a:chExt cx="42458" cy="277121"/>
            </a:xfrm>
          </p:grpSpPr>
          <p:sp>
            <p:nvSpPr>
              <p:cNvPr id="272" name="Google Shape;272;p27"/>
              <p:cNvSpPr/>
              <p:nvPr/>
            </p:nvSpPr>
            <p:spPr>
              <a:xfrm>
                <a:off x="0" y="0"/>
                <a:ext cx="42458" cy="219971"/>
              </a:xfrm>
              <a:custGeom>
                <a:rect b="b" l="l" r="r" t="t"/>
                <a:pathLst>
                  <a:path extrusionOk="0"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73" name="Google Shape;273;p27"/>
              <p:cNvSpPr txBox="1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4" name="Google Shape;274;p27"/>
            <p:cNvGrpSpPr/>
            <p:nvPr/>
          </p:nvGrpSpPr>
          <p:grpSpPr>
            <a:xfrm>
              <a:off x="384450" y="523824"/>
              <a:ext cx="41409" cy="136077"/>
              <a:chOff x="0" y="-57150"/>
              <a:chExt cx="48885" cy="160644"/>
            </a:xfrm>
          </p:grpSpPr>
          <p:sp>
            <p:nvSpPr>
              <p:cNvPr id="275" name="Google Shape;275;p27"/>
              <p:cNvSpPr/>
              <p:nvPr/>
            </p:nvSpPr>
            <p:spPr>
              <a:xfrm>
                <a:off x="0" y="0"/>
                <a:ext cx="48885" cy="103494"/>
              </a:xfrm>
              <a:custGeom>
                <a:rect b="b" l="l" r="r" t="t"/>
                <a:pathLst>
                  <a:path extrusionOk="0"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76" name="Google Shape;276;p27"/>
              <p:cNvSpPr txBox="1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" name="Google Shape;277;p27"/>
            <p:cNvGrpSpPr/>
            <p:nvPr/>
          </p:nvGrpSpPr>
          <p:grpSpPr>
            <a:xfrm rot="-5400000">
              <a:off x="382991" y="335340"/>
              <a:ext cx="39454" cy="133355"/>
              <a:chOff x="0" y="-57150"/>
              <a:chExt cx="46576" cy="157431"/>
            </a:xfrm>
          </p:grpSpPr>
          <p:sp>
            <p:nvSpPr>
              <p:cNvPr id="278" name="Google Shape;278;p27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79" name="Google Shape;279;p27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0" name="Google Shape;280;p27"/>
            <p:cNvGrpSpPr/>
            <p:nvPr/>
          </p:nvGrpSpPr>
          <p:grpSpPr>
            <a:xfrm>
              <a:off x="535492" y="340148"/>
              <a:ext cx="57224" cy="282373"/>
              <a:chOff x="0" y="-57150"/>
              <a:chExt cx="67555" cy="333352"/>
            </a:xfrm>
          </p:grpSpPr>
          <p:sp>
            <p:nvSpPr>
              <p:cNvPr id="281" name="Google Shape;281;p27"/>
              <p:cNvSpPr/>
              <p:nvPr/>
            </p:nvSpPr>
            <p:spPr>
              <a:xfrm>
                <a:off x="0" y="0"/>
                <a:ext cx="67555" cy="276202"/>
              </a:xfrm>
              <a:custGeom>
                <a:rect b="b" l="l" r="r" t="t"/>
                <a:pathLst>
                  <a:path extrusionOk="0" h="276202" w="67555">
                    <a:moveTo>
                      <a:pt x="0" y="0"/>
                    </a:moveTo>
                    <a:lnTo>
                      <a:pt x="67555" y="0"/>
                    </a:lnTo>
                    <a:lnTo>
                      <a:pt x="67555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82" name="Google Shape;282;p27"/>
              <p:cNvSpPr txBox="1"/>
              <p:nvPr/>
            </p:nvSpPr>
            <p:spPr>
              <a:xfrm>
                <a:off x="0" y="-57150"/>
                <a:ext cx="67555" cy="333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3" name="Google Shape;283;p27"/>
            <p:cNvGrpSpPr/>
            <p:nvPr/>
          </p:nvGrpSpPr>
          <p:grpSpPr>
            <a:xfrm>
              <a:off x="585067" y="296577"/>
              <a:ext cx="38007" cy="370831"/>
              <a:chOff x="0" y="-57150"/>
              <a:chExt cx="44868" cy="437779"/>
            </a:xfrm>
          </p:grpSpPr>
          <p:sp>
            <p:nvSpPr>
              <p:cNvPr id="284" name="Google Shape;284;p27"/>
              <p:cNvSpPr/>
              <p:nvPr/>
            </p:nvSpPr>
            <p:spPr>
              <a:xfrm>
                <a:off x="0" y="0"/>
                <a:ext cx="44868" cy="380629"/>
              </a:xfrm>
              <a:custGeom>
                <a:rect b="b" l="l" r="r" t="t"/>
                <a:pathLst>
                  <a:path extrusionOk="0"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85" name="Google Shape;285;p27"/>
              <p:cNvSpPr txBox="1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6" name="Google Shape;286;p27"/>
            <p:cNvGrpSpPr/>
            <p:nvPr/>
          </p:nvGrpSpPr>
          <p:grpSpPr>
            <a:xfrm rot="-5400000">
              <a:off x="631622" y="250022"/>
              <a:ext cx="44811" cy="234742"/>
              <a:chOff x="0" y="-57150"/>
              <a:chExt cx="52901" cy="277121"/>
            </a:xfrm>
          </p:grpSpPr>
          <p:sp>
            <p:nvSpPr>
              <p:cNvPr id="287" name="Google Shape;287;p27"/>
              <p:cNvSpPr/>
              <p:nvPr/>
            </p:nvSpPr>
            <p:spPr>
              <a:xfrm>
                <a:off x="0" y="0"/>
                <a:ext cx="52901" cy="219971"/>
              </a:xfrm>
              <a:custGeom>
                <a:rect b="b" l="l" r="r" t="t"/>
                <a:pathLst>
                  <a:path extrusionOk="0"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88" name="Google Shape;288;p27"/>
              <p:cNvSpPr txBox="1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9" name="Google Shape;289;p27"/>
            <p:cNvGrpSpPr/>
            <p:nvPr/>
          </p:nvGrpSpPr>
          <p:grpSpPr>
            <a:xfrm rot="-5400000">
              <a:off x="636045" y="531979"/>
              <a:ext cx="35965" cy="234742"/>
              <a:chOff x="0" y="-57150"/>
              <a:chExt cx="42458" cy="277121"/>
            </a:xfrm>
          </p:grpSpPr>
          <p:sp>
            <p:nvSpPr>
              <p:cNvPr id="290" name="Google Shape;290;p27"/>
              <p:cNvSpPr/>
              <p:nvPr/>
            </p:nvSpPr>
            <p:spPr>
              <a:xfrm>
                <a:off x="0" y="0"/>
                <a:ext cx="42458" cy="219971"/>
              </a:xfrm>
              <a:custGeom>
                <a:rect b="b" l="l" r="r" t="t"/>
                <a:pathLst>
                  <a:path extrusionOk="0"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91" name="Google Shape;291;p27"/>
              <p:cNvSpPr txBox="1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2" name="Google Shape;292;p27"/>
            <p:cNvGrpSpPr/>
            <p:nvPr/>
          </p:nvGrpSpPr>
          <p:grpSpPr>
            <a:xfrm>
              <a:off x="729990" y="531331"/>
              <a:ext cx="41409" cy="136077"/>
              <a:chOff x="0" y="-57150"/>
              <a:chExt cx="48885" cy="160644"/>
            </a:xfrm>
          </p:grpSpPr>
          <p:sp>
            <p:nvSpPr>
              <p:cNvPr id="293" name="Google Shape;293;p27"/>
              <p:cNvSpPr/>
              <p:nvPr/>
            </p:nvSpPr>
            <p:spPr>
              <a:xfrm>
                <a:off x="0" y="0"/>
                <a:ext cx="48885" cy="103494"/>
              </a:xfrm>
              <a:custGeom>
                <a:rect b="b" l="l" r="r" t="t"/>
                <a:pathLst>
                  <a:path extrusionOk="0"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94" name="Google Shape;294;p27"/>
              <p:cNvSpPr txBox="1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5" name="Google Shape;295;p27"/>
            <p:cNvGrpSpPr/>
            <p:nvPr/>
          </p:nvGrpSpPr>
          <p:grpSpPr>
            <a:xfrm rot="-5400000">
              <a:off x="728531" y="342847"/>
              <a:ext cx="39454" cy="133355"/>
              <a:chOff x="0" y="-57150"/>
              <a:chExt cx="46576" cy="157431"/>
            </a:xfrm>
          </p:grpSpPr>
          <p:sp>
            <p:nvSpPr>
              <p:cNvPr id="296" name="Google Shape;296;p27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297" name="Google Shape;297;p27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8" name="Google Shape;298;p27"/>
            <p:cNvGrpSpPr/>
            <p:nvPr/>
          </p:nvGrpSpPr>
          <p:grpSpPr>
            <a:xfrm rot="-5400000">
              <a:off x="728531" y="532790"/>
              <a:ext cx="39454" cy="133355"/>
              <a:chOff x="0" y="-57150"/>
              <a:chExt cx="46576" cy="157431"/>
            </a:xfrm>
          </p:grpSpPr>
          <p:sp>
            <p:nvSpPr>
              <p:cNvPr id="299" name="Google Shape;299;p27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00" name="Google Shape;300;p27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1" name="Google Shape;301;p27"/>
            <p:cNvGrpSpPr/>
            <p:nvPr/>
          </p:nvGrpSpPr>
          <p:grpSpPr>
            <a:xfrm>
              <a:off x="729990" y="296577"/>
              <a:ext cx="40743" cy="124190"/>
              <a:chOff x="0" y="-57150"/>
              <a:chExt cx="48099" cy="146611"/>
            </a:xfrm>
          </p:grpSpPr>
          <p:sp>
            <p:nvSpPr>
              <p:cNvPr id="302" name="Google Shape;302;p27"/>
              <p:cNvSpPr/>
              <p:nvPr/>
            </p:nvSpPr>
            <p:spPr>
              <a:xfrm>
                <a:off x="0" y="0"/>
                <a:ext cx="48099" cy="89461"/>
              </a:xfrm>
              <a:custGeom>
                <a:rect b="b" l="l" r="r" t="t"/>
                <a:pathLst>
                  <a:path extrusionOk="0" h="89461" w="48099">
                    <a:moveTo>
                      <a:pt x="0" y="0"/>
                    </a:moveTo>
                    <a:lnTo>
                      <a:pt x="48099" y="0"/>
                    </a:lnTo>
                    <a:lnTo>
                      <a:pt x="48099" y="89461"/>
                    </a:lnTo>
                    <a:lnTo>
                      <a:pt x="0" y="8946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03" name="Google Shape;303;p27"/>
              <p:cNvSpPr txBox="1"/>
              <p:nvPr/>
            </p:nvSpPr>
            <p:spPr>
              <a:xfrm>
                <a:off x="0" y="-57150"/>
                <a:ext cx="48099" cy="146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4" name="Google Shape;304;p27"/>
          <p:cNvSpPr txBox="1"/>
          <p:nvPr/>
        </p:nvSpPr>
        <p:spPr>
          <a:xfrm>
            <a:off x="162863" y="162900"/>
            <a:ext cx="86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INNOVATION AND UNIQUENESS :</a:t>
            </a:r>
            <a:endParaRPr b="1" sz="24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5" name="Google Shape;305;p27"/>
          <p:cNvSpPr txBox="1"/>
          <p:nvPr/>
        </p:nvSpPr>
        <p:spPr>
          <a:xfrm>
            <a:off x="-66450" y="838875"/>
            <a:ext cx="8607600" cy="3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Brand Personality Mapping: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Unlike standard analysis generators, our system uses LLMs to decode the "Psychological Positioning" of a competitor (e.g., distinguishing between a "Disruptor" vs. a "Safe Corporate" tone).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The "Trust Gap" Metric: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We cross-reference marketing claims (what they say) against real-world user reviews (what they do). High discrepancy identifies a </a:t>
            </a: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Market Whitespace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for a new entrant.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Automated "Founder’s Playbook":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The system doesn't just show data; it generates a specific tactical roadmap for a new product launch based on detected gaps.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48F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8"/>
          <p:cNvGrpSpPr/>
          <p:nvPr/>
        </p:nvGrpSpPr>
        <p:grpSpPr>
          <a:xfrm>
            <a:off x="7620533" y="4399847"/>
            <a:ext cx="1149904" cy="423610"/>
            <a:chOff x="0" y="-93321"/>
            <a:chExt cx="3066412" cy="1129627"/>
          </a:xfrm>
        </p:grpSpPr>
        <p:sp>
          <p:nvSpPr>
            <p:cNvPr id="311" name="Google Shape;311;p28"/>
            <p:cNvSpPr txBox="1"/>
            <p:nvPr/>
          </p:nvSpPr>
          <p:spPr>
            <a:xfrm>
              <a:off x="1124623" y="0"/>
              <a:ext cx="1941789" cy="10363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SNUC</a:t>
              </a:r>
              <a:endParaRPr sz="700"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HACKS ‘26</a:t>
              </a:r>
              <a:endParaRPr sz="700"/>
            </a:p>
          </p:txBody>
        </p:sp>
        <p:grpSp>
          <p:nvGrpSpPr>
            <p:cNvPr id="312" name="Google Shape;312;p28"/>
            <p:cNvGrpSpPr/>
            <p:nvPr/>
          </p:nvGrpSpPr>
          <p:grpSpPr>
            <a:xfrm>
              <a:off x="0" y="-93321"/>
              <a:ext cx="1004888" cy="1098209"/>
              <a:chOff x="0" y="-47625"/>
              <a:chExt cx="512828" cy="560453"/>
            </a:xfrm>
          </p:grpSpPr>
          <p:sp>
            <p:nvSpPr>
              <p:cNvPr id="313" name="Google Shape;313;p28"/>
              <p:cNvSpPr/>
              <p:nvPr/>
            </p:nvSpPr>
            <p:spPr>
              <a:xfrm>
                <a:off x="0" y="0"/>
                <a:ext cx="512828" cy="512828"/>
              </a:xfrm>
              <a:custGeom>
                <a:rect b="b" l="l" r="r" t="t"/>
                <a:pathLst>
                  <a:path extrusionOk="0" h="512828" w="512828">
                    <a:moveTo>
                      <a:pt x="59365" y="0"/>
                    </a:moveTo>
                    <a:lnTo>
                      <a:pt x="453463" y="0"/>
                    </a:lnTo>
                    <a:cubicBezTo>
                      <a:pt x="469208" y="0"/>
                      <a:pt x="484307" y="6255"/>
                      <a:pt x="495440" y="17388"/>
                    </a:cubicBezTo>
                    <a:cubicBezTo>
                      <a:pt x="506574" y="28521"/>
                      <a:pt x="512828" y="43620"/>
                      <a:pt x="512828" y="59365"/>
                    </a:cubicBezTo>
                    <a:lnTo>
                      <a:pt x="512828" y="453463"/>
                    </a:lnTo>
                    <a:cubicBezTo>
                      <a:pt x="512828" y="469208"/>
                      <a:pt x="506574" y="484307"/>
                      <a:pt x="495440" y="495440"/>
                    </a:cubicBezTo>
                    <a:cubicBezTo>
                      <a:pt x="484307" y="506574"/>
                      <a:pt x="469208" y="512828"/>
                      <a:pt x="453463" y="512828"/>
                    </a:cubicBezTo>
                    <a:lnTo>
                      <a:pt x="59365" y="512828"/>
                    </a:lnTo>
                    <a:cubicBezTo>
                      <a:pt x="43620" y="512828"/>
                      <a:pt x="28521" y="506574"/>
                      <a:pt x="17388" y="495440"/>
                    </a:cubicBezTo>
                    <a:cubicBezTo>
                      <a:pt x="6255" y="484307"/>
                      <a:pt x="0" y="469208"/>
                      <a:pt x="0" y="453463"/>
                    </a:cubicBezTo>
                    <a:lnTo>
                      <a:pt x="0" y="59365"/>
                    </a:lnTo>
                    <a:cubicBezTo>
                      <a:pt x="0" y="43620"/>
                      <a:pt x="6255" y="28521"/>
                      <a:pt x="17388" y="17388"/>
                    </a:cubicBezTo>
                    <a:cubicBezTo>
                      <a:pt x="28521" y="6255"/>
                      <a:pt x="43620" y="0"/>
                      <a:pt x="593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28"/>
              <p:cNvSpPr txBox="1"/>
              <p:nvPr/>
            </p:nvSpPr>
            <p:spPr>
              <a:xfrm>
                <a:off x="0" y="-47625"/>
                <a:ext cx="512828" cy="5604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7700" lIns="57700" spcFirstLastPara="1" rIns="57700" wrap="square" tIns="57700">
                <a:noAutofit/>
              </a:bodyPr>
              <a:lstStyle/>
              <a:p>
                <a:pPr indent="0" lvl="0" marL="0" marR="0" rtl="0" algn="ctr">
                  <a:lnSpc>
                    <a:spcPct val="156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5" name="Google Shape;315;p28"/>
            <p:cNvGrpSpPr/>
            <p:nvPr/>
          </p:nvGrpSpPr>
          <p:grpSpPr>
            <a:xfrm>
              <a:off x="384450" y="289070"/>
              <a:ext cx="41409" cy="132675"/>
              <a:chOff x="0" y="-57150"/>
              <a:chExt cx="48885" cy="156628"/>
            </a:xfrm>
          </p:grpSpPr>
          <p:sp>
            <p:nvSpPr>
              <p:cNvPr id="316" name="Google Shape;316;p28"/>
              <p:cNvSpPr/>
              <p:nvPr/>
            </p:nvSpPr>
            <p:spPr>
              <a:xfrm>
                <a:off x="0" y="0"/>
                <a:ext cx="48885" cy="99478"/>
              </a:xfrm>
              <a:custGeom>
                <a:rect b="b" l="l" r="r" t="t"/>
                <a:pathLst>
                  <a:path extrusionOk="0" h="99478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99478"/>
                    </a:lnTo>
                    <a:lnTo>
                      <a:pt x="0" y="99478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17" name="Google Shape;317;p28"/>
              <p:cNvSpPr txBox="1"/>
              <p:nvPr/>
            </p:nvSpPr>
            <p:spPr>
              <a:xfrm>
                <a:off x="0" y="-57150"/>
                <a:ext cx="48885" cy="156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8" name="Google Shape;318;p28"/>
            <p:cNvGrpSpPr/>
            <p:nvPr/>
          </p:nvGrpSpPr>
          <p:grpSpPr>
            <a:xfrm rot="-5400000">
              <a:off x="382991" y="525283"/>
              <a:ext cx="39454" cy="133355"/>
              <a:chOff x="0" y="-57150"/>
              <a:chExt cx="46576" cy="157431"/>
            </a:xfrm>
          </p:grpSpPr>
          <p:sp>
            <p:nvSpPr>
              <p:cNvPr id="319" name="Google Shape;319;p28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20" name="Google Shape;320;p28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1" name="Google Shape;321;p28"/>
            <p:cNvGrpSpPr/>
            <p:nvPr/>
          </p:nvGrpSpPr>
          <p:grpSpPr>
            <a:xfrm>
              <a:off x="189953" y="332641"/>
              <a:ext cx="68578" cy="282373"/>
              <a:chOff x="0" y="-57150"/>
              <a:chExt cx="80958" cy="333352"/>
            </a:xfrm>
          </p:grpSpPr>
          <p:sp>
            <p:nvSpPr>
              <p:cNvPr id="322" name="Google Shape;322;p28"/>
              <p:cNvSpPr/>
              <p:nvPr/>
            </p:nvSpPr>
            <p:spPr>
              <a:xfrm>
                <a:off x="0" y="0"/>
                <a:ext cx="80958" cy="276202"/>
              </a:xfrm>
              <a:custGeom>
                <a:rect b="b" l="l" r="r" t="t"/>
                <a:pathLst>
                  <a:path extrusionOk="0" h="276202" w="80958">
                    <a:moveTo>
                      <a:pt x="0" y="0"/>
                    </a:moveTo>
                    <a:lnTo>
                      <a:pt x="80958" y="0"/>
                    </a:lnTo>
                    <a:lnTo>
                      <a:pt x="80958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23" name="Google Shape;323;p28"/>
              <p:cNvSpPr txBox="1"/>
              <p:nvPr/>
            </p:nvSpPr>
            <p:spPr>
              <a:xfrm>
                <a:off x="0" y="-57150"/>
                <a:ext cx="80958" cy="333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28"/>
            <p:cNvGrpSpPr/>
            <p:nvPr/>
          </p:nvGrpSpPr>
          <p:grpSpPr>
            <a:xfrm>
              <a:off x="239528" y="289070"/>
              <a:ext cx="38007" cy="370831"/>
              <a:chOff x="0" y="-57150"/>
              <a:chExt cx="44868" cy="437779"/>
            </a:xfrm>
          </p:grpSpPr>
          <p:sp>
            <p:nvSpPr>
              <p:cNvPr id="325" name="Google Shape;325;p28"/>
              <p:cNvSpPr/>
              <p:nvPr/>
            </p:nvSpPr>
            <p:spPr>
              <a:xfrm>
                <a:off x="0" y="0"/>
                <a:ext cx="44868" cy="380629"/>
              </a:xfrm>
              <a:custGeom>
                <a:rect b="b" l="l" r="r" t="t"/>
                <a:pathLst>
                  <a:path extrusionOk="0"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26" name="Google Shape;326;p28"/>
              <p:cNvSpPr txBox="1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7" name="Google Shape;327;p28"/>
            <p:cNvGrpSpPr/>
            <p:nvPr/>
          </p:nvGrpSpPr>
          <p:grpSpPr>
            <a:xfrm rot="-5400000">
              <a:off x="286083" y="242515"/>
              <a:ext cx="44811" cy="234742"/>
              <a:chOff x="0" y="-57150"/>
              <a:chExt cx="52901" cy="277121"/>
            </a:xfrm>
          </p:grpSpPr>
          <p:sp>
            <p:nvSpPr>
              <p:cNvPr id="328" name="Google Shape;328;p28"/>
              <p:cNvSpPr/>
              <p:nvPr/>
            </p:nvSpPr>
            <p:spPr>
              <a:xfrm>
                <a:off x="0" y="0"/>
                <a:ext cx="52901" cy="219971"/>
              </a:xfrm>
              <a:custGeom>
                <a:rect b="b" l="l" r="r" t="t"/>
                <a:pathLst>
                  <a:path extrusionOk="0"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29" name="Google Shape;329;p28"/>
              <p:cNvSpPr txBox="1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" name="Google Shape;330;p28"/>
            <p:cNvGrpSpPr/>
            <p:nvPr/>
          </p:nvGrpSpPr>
          <p:grpSpPr>
            <a:xfrm rot="-5400000">
              <a:off x="290506" y="524471"/>
              <a:ext cx="35965" cy="234742"/>
              <a:chOff x="0" y="-57150"/>
              <a:chExt cx="42458" cy="277121"/>
            </a:xfrm>
          </p:grpSpPr>
          <p:sp>
            <p:nvSpPr>
              <p:cNvPr id="331" name="Google Shape;331;p28"/>
              <p:cNvSpPr/>
              <p:nvPr/>
            </p:nvSpPr>
            <p:spPr>
              <a:xfrm>
                <a:off x="0" y="0"/>
                <a:ext cx="42458" cy="219971"/>
              </a:xfrm>
              <a:custGeom>
                <a:rect b="b" l="l" r="r" t="t"/>
                <a:pathLst>
                  <a:path extrusionOk="0"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32" name="Google Shape;332;p28"/>
              <p:cNvSpPr txBox="1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3" name="Google Shape;333;p28"/>
            <p:cNvGrpSpPr/>
            <p:nvPr/>
          </p:nvGrpSpPr>
          <p:grpSpPr>
            <a:xfrm>
              <a:off x="384450" y="523824"/>
              <a:ext cx="41409" cy="136077"/>
              <a:chOff x="0" y="-57150"/>
              <a:chExt cx="48885" cy="160644"/>
            </a:xfrm>
          </p:grpSpPr>
          <p:sp>
            <p:nvSpPr>
              <p:cNvPr id="334" name="Google Shape;334;p28"/>
              <p:cNvSpPr/>
              <p:nvPr/>
            </p:nvSpPr>
            <p:spPr>
              <a:xfrm>
                <a:off x="0" y="0"/>
                <a:ext cx="48885" cy="103494"/>
              </a:xfrm>
              <a:custGeom>
                <a:rect b="b" l="l" r="r" t="t"/>
                <a:pathLst>
                  <a:path extrusionOk="0"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35" name="Google Shape;335;p28"/>
              <p:cNvSpPr txBox="1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6" name="Google Shape;336;p28"/>
            <p:cNvGrpSpPr/>
            <p:nvPr/>
          </p:nvGrpSpPr>
          <p:grpSpPr>
            <a:xfrm rot="-5400000">
              <a:off x="382991" y="335340"/>
              <a:ext cx="39454" cy="133355"/>
              <a:chOff x="0" y="-57150"/>
              <a:chExt cx="46576" cy="157431"/>
            </a:xfrm>
          </p:grpSpPr>
          <p:sp>
            <p:nvSpPr>
              <p:cNvPr id="337" name="Google Shape;337;p28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38" name="Google Shape;338;p28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9" name="Google Shape;339;p28"/>
            <p:cNvGrpSpPr/>
            <p:nvPr/>
          </p:nvGrpSpPr>
          <p:grpSpPr>
            <a:xfrm>
              <a:off x="535492" y="340148"/>
              <a:ext cx="57224" cy="282373"/>
              <a:chOff x="0" y="-57150"/>
              <a:chExt cx="67555" cy="333352"/>
            </a:xfrm>
          </p:grpSpPr>
          <p:sp>
            <p:nvSpPr>
              <p:cNvPr id="340" name="Google Shape;340;p28"/>
              <p:cNvSpPr/>
              <p:nvPr/>
            </p:nvSpPr>
            <p:spPr>
              <a:xfrm>
                <a:off x="0" y="0"/>
                <a:ext cx="67555" cy="276202"/>
              </a:xfrm>
              <a:custGeom>
                <a:rect b="b" l="l" r="r" t="t"/>
                <a:pathLst>
                  <a:path extrusionOk="0" h="276202" w="67555">
                    <a:moveTo>
                      <a:pt x="0" y="0"/>
                    </a:moveTo>
                    <a:lnTo>
                      <a:pt x="67555" y="0"/>
                    </a:lnTo>
                    <a:lnTo>
                      <a:pt x="67555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41" name="Google Shape;341;p28"/>
              <p:cNvSpPr txBox="1"/>
              <p:nvPr/>
            </p:nvSpPr>
            <p:spPr>
              <a:xfrm>
                <a:off x="0" y="-57150"/>
                <a:ext cx="67555" cy="333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2" name="Google Shape;342;p28"/>
            <p:cNvGrpSpPr/>
            <p:nvPr/>
          </p:nvGrpSpPr>
          <p:grpSpPr>
            <a:xfrm>
              <a:off x="585067" y="296577"/>
              <a:ext cx="38007" cy="370831"/>
              <a:chOff x="0" y="-57150"/>
              <a:chExt cx="44868" cy="437779"/>
            </a:xfrm>
          </p:grpSpPr>
          <p:sp>
            <p:nvSpPr>
              <p:cNvPr id="343" name="Google Shape;343;p28"/>
              <p:cNvSpPr/>
              <p:nvPr/>
            </p:nvSpPr>
            <p:spPr>
              <a:xfrm>
                <a:off x="0" y="0"/>
                <a:ext cx="44868" cy="380629"/>
              </a:xfrm>
              <a:custGeom>
                <a:rect b="b" l="l" r="r" t="t"/>
                <a:pathLst>
                  <a:path extrusionOk="0"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44" name="Google Shape;344;p28"/>
              <p:cNvSpPr txBox="1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5" name="Google Shape;345;p28"/>
            <p:cNvGrpSpPr/>
            <p:nvPr/>
          </p:nvGrpSpPr>
          <p:grpSpPr>
            <a:xfrm rot="-5400000">
              <a:off x="631622" y="250022"/>
              <a:ext cx="44811" cy="234742"/>
              <a:chOff x="0" y="-57150"/>
              <a:chExt cx="52901" cy="277121"/>
            </a:xfrm>
          </p:grpSpPr>
          <p:sp>
            <p:nvSpPr>
              <p:cNvPr id="346" name="Google Shape;346;p28"/>
              <p:cNvSpPr/>
              <p:nvPr/>
            </p:nvSpPr>
            <p:spPr>
              <a:xfrm>
                <a:off x="0" y="0"/>
                <a:ext cx="52901" cy="219971"/>
              </a:xfrm>
              <a:custGeom>
                <a:rect b="b" l="l" r="r" t="t"/>
                <a:pathLst>
                  <a:path extrusionOk="0"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47" name="Google Shape;347;p28"/>
              <p:cNvSpPr txBox="1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8" name="Google Shape;348;p28"/>
            <p:cNvGrpSpPr/>
            <p:nvPr/>
          </p:nvGrpSpPr>
          <p:grpSpPr>
            <a:xfrm rot="-5400000">
              <a:off x="636045" y="531979"/>
              <a:ext cx="35965" cy="234742"/>
              <a:chOff x="0" y="-57150"/>
              <a:chExt cx="42458" cy="277121"/>
            </a:xfrm>
          </p:grpSpPr>
          <p:sp>
            <p:nvSpPr>
              <p:cNvPr id="349" name="Google Shape;349;p28"/>
              <p:cNvSpPr/>
              <p:nvPr/>
            </p:nvSpPr>
            <p:spPr>
              <a:xfrm>
                <a:off x="0" y="0"/>
                <a:ext cx="42458" cy="219971"/>
              </a:xfrm>
              <a:custGeom>
                <a:rect b="b" l="l" r="r" t="t"/>
                <a:pathLst>
                  <a:path extrusionOk="0"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50" name="Google Shape;350;p28"/>
              <p:cNvSpPr txBox="1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1" name="Google Shape;351;p28"/>
            <p:cNvGrpSpPr/>
            <p:nvPr/>
          </p:nvGrpSpPr>
          <p:grpSpPr>
            <a:xfrm>
              <a:off x="729990" y="531331"/>
              <a:ext cx="41409" cy="136077"/>
              <a:chOff x="0" y="-57150"/>
              <a:chExt cx="48885" cy="160644"/>
            </a:xfrm>
          </p:grpSpPr>
          <p:sp>
            <p:nvSpPr>
              <p:cNvPr id="352" name="Google Shape;352;p28"/>
              <p:cNvSpPr/>
              <p:nvPr/>
            </p:nvSpPr>
            <p:spPr>
              <a:xfrm>
                <a:off x="0" y="0"/>
                <a:ext cx="48885" cy="103494"/>
              </a:xfrm>
              <a:custGeom>
                <a:rect b="b" l="l" r="r" t="t"/>
                <a:pathLst>
                  <a:path extrusionOk="0"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53" name="Google Shape;353;p28"/>
              <p:cNvSpPr txBox="1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4" name="Google Shape;354;p28"/>
            <p:cNvGrpSpPr/>
            <p:nvPr/>
          </p:nvGrpSpPr>
          <p:grpSpPr>
            <a:xfrm rot="-5400000">
              <a:off x="728531" y="342847"/>
              <a:ext cx="39454" cy="133355"/>
              <a:chOff x="0" y="-57150"/>
              <a:chExt cx="46576" cy="157431"/>
            </a:xfrm>
          </p:grpSpPr>
          <p:sp>
            <p:nvSpPr>
              <p:cNvPr id="355" name="Google Shape;355;p28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56" name="Google Shape;356;p28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7" name="Google Shape;357;p28"/>
            <p:cNvGrpSpPr/>
            <p:nvPr/>
          </p:nvGrpSpPr>
          <p:grpSpPr>
            <a:xfrm rot="-5400000">
              <a:off x="728531" y="532790"/>
              <a:ext cx="39454" cy="133355"/>
              <a:chOff x="0" y="-57150"/>
              <a:chExt cx="46576" cy="157431"/>
            </a:xfrm>
          </p:grpSpPr>
          <p:sp>
            <p:nvSpPr>
              <p:cNvPr id="358" name="Google Shape;358;p28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59" name="Google Shape;359;p28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0" name="Google Shape;360;p28"/>
            <p:cNvGrpSpPr/>
            <p:nvPr/>
          </p:nvGrpSpPr>
          <p:grpSpPr>
            <a:xfrm>
              <a:off x="729990" y="296577"/>
              <a:ext cx="40743" cy="124190"/>
              <a:chOff x="0" y="-57150"/>
              <a:chExt cx="48099" cy="146611"/>
            </a:xfrm>
          </p:grpSpPr>
          <p:sp>
            <p:nvSpPr>
              <p:cNvPr id="361" name="Google Shape;361;p28"/>
              <p:cNvSpPr/>
              <p:nvPr/>
            </p:nvSpPr>
            <p:spPr>
              <a:xfrm>
                <a:off x="0" y="0"/>
                <a:ext cx="48099" cy="89461"/>
              </a:xfrm>
              <a:custGeom>
                <a:rect b="b" l="l" r="r" t="t"/>
                <a:pathLst>
                  <a:path extrusionOk="0" h="89461" w="48099">
                    <a:moveTo>
                      <a:pt x="0" y="0"/>
                    </a:moveTo>
                    <a:lnTo>
                      <a:pt x="48099" y="0"/>
                    </a:lnTo>
                    <a:lnTo>
                      <a:pt x="48099" y="89461"/>
                    </a:lnTo>
                    <a:lnTo>
                      <a:pt x="0" y="8946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62" name="Google Shape;362;p28"/>
              <p:cNvSpPr txBox="1"/>
              <p:nvPr/>
            </p:nvSpPr>
            <p:spPr>
              <a:xfrm>
                <a:off x="0" y="-57150"/>
                <a:ext cx="48099" cy="146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63" name="Google Shape;363;p28"/>
          <p:cNvSpPr txBox="1"/>
          <p:nvPr/>
        </p:nvSpPr>
        <p:spPr>
          <a:xfrm>
            <a:off x="162863" y="162900"/>
            <a:ext cx="86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TECHNICAL</a:t>
            </a:r>
            <a:r>
              <a:rPr b="1" lang="en" sz="24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 ARCHITECTURE :</a:t>
            </a:r>
            <a:endParaRPr b="1" sz="24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64" name="Google Shape;364;p28"/>
          <p:cNvSpPr/>
          <p:nvPr/>
        </p:nvSpPr>
        <p:spPr>
          <a:xfrm rot="10800000">
            <a:off x="4541806" y="-21488"/>
            <a:ext cx="4602194" cy="4650638"/>
          </a:xfrm>
          <a:custGeom>
            <a:rect b="b" l="l" r="r" t="t"/>
            <a:pathLst>
              <a:path extrusionOk="0" h="9301276" w="9204388">
                <a:moveTo>
                  <a:pt x="9204388" y="9301276"/>
                </a:moveTo>
                <a:lnTo>
                  <a:pt x="0" y="9301276"/>
                </a:lnTo>
                <a:lnTo>
                  <a:pt x="0" y="0"/>
                </a:lnTo>
                <a:lnTo>
                  <a:pt x="9204388" y="0"/>
                </a:lnTo>
                <a:lnTo>
                  <a:pt x="9204388" y="9301276"/>
                </a:lnTo>
                <a:close/>
              </a:path>
            </a:pathLst>
          </a:custGeom>
          <a:blipFill rotWithShape="1">
            <a:blip r:embed="rId3">
              <a:alphaModFix amt="20000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65" name="Google Shape;365;p28"/>
          <p:cNvPicPr preferRelativeResize="0"/>
          <p:nvPr/>
        </p:nvPicPr>
        <p:blipFill rotWithShape="1">
          <a:blip r:embed="rId4">
            <a:alphaModFix/>
          </a:blip>
          <a:srcRect b="1441" l="0" r="0" t="13323"/>
          <a:stretch/>
        </p:blipFill>
        <p:spPr>
          <a:xfrm>
            <a:off x="5428400" y="836157"/>
            <a:ext cx="4633800" cy="3625368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8"/>
          <p:cNvSpPr txBox="1"/>
          <p:nvPr/>
        </p:nvSpPr>
        <p:spPr>
          <a:xfrm>
            <a:off x="101200" y="685400"/>
            <a:ext cx="5223300" cy="43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Char char="●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User Layer - 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Google login + product input + competitor selection.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Char char="●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Orchestration Engine -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search → scrape → analyze → compare.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Char char="●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Data Acquisition - 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Serper.dev (competitors) + Firecrawl (web + reviews scraping)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Char char="●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AI Intelligence Layer - 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Gemini for page selection and analysis analysis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Char char="●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Data Processing - 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Normalization, keyword extraction, sentiment analysis, trend detection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Char char="●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Analytics Engine - 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Threat scores, white space analysis, customer vs market gap, etc.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Char char="●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Presentation Layer - 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Comparison-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based UI + charts + rankings + founder playbook</a:t>
            </a:r>
            <a:endParaRPr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48F1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oogle Shape;371;p29"/>
          <p:cNvGrpSpPr/>
          <p:nvPr/>
        </p:nvGrpSpPr>
        <p:grpSpPr>
          <a:xfrm>
            <a:off x="7620533" y="4399847"/>
            <a:ext cx="1149904" cy="423610"/>
            <a:chOff x="0" y="-93321"/>
            <a:chExt cx="3066412" cy="1129627"/>
          </a:xfrm>
        </p:grpSpPr>
        <p:sp>
          <p:nvSpPr>
            <p:cNvPr id="372" name="Google Shape;372;p29"/>
            <p:cNvSpPr txBox="1"/>
            <p:nvPr/>
          </p:nvSpPr>
          <p:spPr>
            <a:xfrm>
              <a:off x="1124623" y="0"/>
              <a:ext cx="1941789" cy="10363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SNUC</a:t>
              </a:r>
              <a:endParaRPr sz="700"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HACKS ‘26</a:t>
              </a:r>
              <a:endParaRPr sz="700"/>
            </a:p>
          </p:txBody>
        </p:sp>
        <p:grpSp>
          <p:nvGrpSpPr>
            <p:cNvPr id="373" name="Google Shape;373;p29"/>
            <p:cNvGrpSpPr/>
            <p:nvPr/>
          </p:nvGrpSpPr>
          <p:grpSpPr>
            <a:xfrm>
              <a:off x="0" y="-93321"/>
              <a:ext cx="1004888" cy="1098209"/>
              <a:chOff x="0" y="-47625"/>
              <a:chExt cx="512828" cy="560453"/>
            </a:xfrm>
          </p:grpSpPr>
          <p:sp>
            <p:nvSpPr>
              <p:cNvPr id="374" name="Google Shape;374;p29"/>
              <p:cNvSpPr/>
              <p:nvPr/>
            </p:nvSpPr>
            <p:spPr>
              <a:xfrm>
                <a:off x="0" y="0"/>
                <a:ext cx="512828" cy="512828"/>
              </a:xfrm>
              <a:custGeom>
                <a:rect b="b" l="l" r="r" t="t"/>
                <a:pathLst>
                  <a:path extrusionOk="0" h="512828" w="512828">
                    <a:moveTo>
                      <a:pt x="59365" y="0"/>
                    </a:moveTo>
                    <a:lnTo>
                      <a:pt x="453463" y="0"/>
                    </a:lnTo>
                    <a:cubicBezTo>
                      <a:pt x="469208" y="0"/>
                      <a:pt x="484307" y="6255"/>
                      <a:pt x="495440" y="17388"/>
                    </a:cubicBezTo>
                    <a:cubicBezTo>
                      <a:pt x="506574" y="28521"/>
                      <a:pt x="512828" y="43620"/>
                      <a:pt x="512828" y="59365"/>
                    </a:cubicBezTo>
                    <a:lnTo>
                      <a:pt x="512828" y="453463"/>
                    </a:lnTo>
                    <a:cubicBezTo>
                      <a:pt x="512828" y="469208"/>
                      <a:pt x="506574" y="484307"/>
                      <a:pt x="495440" y="495440"/>
                    </a:cubicBezTo>
                    <a:cubicBezTo>
                      <a:pt x="484307" y="506574"/>
                      <a:pt x="469208" y="512828"/>
                      <a:pt x="453463" y="512828"/>
                    </a:cubicBezTo>
                    <a:lnTo>
                      <a:pt x="59365" y="512828"/>
                    </a:lnTo>
                    <a:cubicBezTo>
                      <a:pt x="43620" y="512828"/>
                      <a:pt x="28521" y="506574"/>
                      <a:pt x="17388" y="495440"/>
                    </a:cubicBezTo>
                    <a:cubicBezTo>
                      <a:pt x="6255" y="484307"/>
                      <a:pt x="0" y="469208"/>
                      <a:pt x="0" y="453463"/>
                    </a:cubicBezTo>
                    <a:lnTo>
                      <a:pt x="0" y="59365"/>
                    </a:lnTo>
                    <a:cubicBezTo>
                      <a:pt x="0" y="43620"/>
                      <a:pt x="6255" y="28521"/>
                      <a:pt x="17388" y="17388"/>
                    </a:cubicBezTo>
                    <a:cubicBezTo>
                      <a:pt x="28521" y="6255"/>
                      <a:pt x="43620" y="0"/>
                      <a:pt x="593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9"/>
              <p:cNvSpPr txBox="1"/>
              <p:nvPr/>
            </p:nvSpPr>
            <p:spPr>
              <a:xfrm>
                <a:off x="0" y="-47625"/>
                <a:ext cx="512828" cy="5604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7700" lIns="57700" spcFirstLastPara="1" rIns="57700" wrap="square" tIns="57700">
                <a:noAutofit/>
              </a:bodyPr>
              <a:lstStyle/>
              <a:p>
                <a:pPr indent="0" lvl="0" marL="0" marR="0" rtl="0" algn="ctr">
                  <a:lnSpc>
                    <a:spcPct val="156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6" name="Google Shape;376;p29"/>
            <p:cNvGrpSpPr/>
            <p:nvPr/>
          </p:nvGrpSpPr>
          <p:grpSpPr>
            <a:xfrm>
              <a:off x="384450" y="289070"/>
              <a:ext cx="41409" cy="132675"/>
              <a:chOff x="0" y="-57150"/>
              <a:chExt cx="48885" cy="156628"/>
            </a:xfrm>
          </p:grpSpPr>
          <p:sp>
            <p:nvSpPr>
              <p:cNvPr id="377" name="Google Shape;377;p29"/>
              <p:cNvSpPr/>
              <p:nvPr/>
            </p:nvSpPr>
            <p:spPr>
              <a:xfrm>
                <a:off x="0" y="0"/>
                <a:ext cx="48885" cy="99478"/>
              </a:xfrm>
              <a:custGeom>
                <a:rect b="b" l="l" r="r" t="t"/>
                <a:pathLst>
                  <a:path extrusionOk="0" h="99478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99478"/>
                    </a:lnTo>
                    <a:lnTo>
                      <a:pt x="0" y="99478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78" name="Google Shape;378;p29"/>
              <p:cNvSpPr txBox="1"/>
              <p:nvPr/>
            </p:nvSpPr>
            <p:spPr>
              <a:xfrm>
                <a:off x="0" y="-57150"/>
                <a:ext cx="48885" cy="156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9" name="Google Shape;379;p29"/>
            <p:cNvGrpSpPr/>
            <p:nvPr/>
          </p:nvGrpSpPr>
          <p:grpSpPr>
            <a:xfrm rot="-5400000">
              <a:off x="382991" y="525283"/>
              <a:ext cx="39454" cy="133355"/>
              <a:chOff x="0" y="-57150"/>
              <a:chExt cx="46576" cy="157431"/>
            </a:xfrm>
          </p:grpSpPr>
          <p:sp>
            <p:nvSpPr>
              <p:cNvPr id="380" name="Google Shape;380;p29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81" name="Google Shape;381;p29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2" name="Google Shape;382;p29"/>
            <p:cNvGrpSpPr/>
            <p:nvPr/>
          </p:nvGrpSpPr>
          <p:grpSpPr>
            <a:xfrm>
              <a:off x="189953" y="332641"/>
              <a:ext cx="68578" cy="282373"/>
              <a:chOff x="0" y="-57150"/>
              <a:chExt cx="80958" cy="333352"/>
            </a:xfrm>
          </p:grpSpPr>
          <p:sp>
            <p:nvSpPr>
              <p:cNvPr id="383" name="Google Shape;383;p29"/>
              <p:cNvSpPr/>
              <p:nvPr/>
            </p:nvSpPr>
            <p:spPr>
              <a:xfrm>
                <a:off x="0" y="0"/>
                <a:ext cx="80958" cy="276202"/>
              </a:xfrm>
              <a:custGeom>
                <a:rect b="b" l="l" r="r" t="t"/>
                <a:pathLst>
                  <a:path extrusionOk="0" h="276202" w="80958">
                    <a:moveTo>
                      <a:pt x="0" y="0"/>
                    </a:moveTo>
                    <a:lnTo>
                      <a:pt x="80958" y="0"/>
                    </a:lnTo>
                    <a:lnTo>
                      <a:pt x="80958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84" name="Google Shape;384;p29"/>
              <p:cNvSpPr txBox="1"/>
              <p:nvPr/>
            </p:nvSpPr>
            <p:spPr>
              <a:xfrm>
                <a:off x="0" y="-57150"/>
                <a:ext cx="80958" cy="333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5" name="Google Shape;385;p29"/>
            <p:cNvGrpSpPr/>
            <p:nvPr/>
          </p:nvGrpSpPr>
          <p:grpSpPr>
            <a:xfrm>
              <a:off x="239528" y="289070"/>
              <a:ext cx="38007" cy="370831"/>
              <a:chOff x="0" y="-57150"/>
              <a:chExt cx="44868" cy="437779"/>
            </a:xfrm>
          </p:grpSpPr>
          <p:sp>
            <p:nvSpPr>
              <p:cNvPr id="386" name="Google Shape;386;p29"/>
              <p:cNvSpPr/>
              <p:nvPr/>
            </p:nvSpPr>
            <p:spPr>
              <a:xfrm>
                <a:off x="0" y="0"/>
                <a:ext cx="44868" cy="380629"/>
              </a:xfrm>
              <a:custGeom>
                <a:rect b="b" l="l" r="r" t="t"/>
                <a:pathLst>
                  <a:path extrusionOk="0"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87" name="Google Shape;387;p29"/>
              <p:cNvSpPr txBox="1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8" name="Google Shape;388;p29"/>
            <p:cNvGrpSpPr/>
            <p:nvPr/>
          </p:nvGrpSpPr>
          <p:grpSpPr>
            <a:xfrm rot="-5400000">
              <a:off x="286083" y="242515"/>
              <a:ext cx="44811" cy="234742"/>
              <a:chOff x="0" y="-57150"/>
              <a:chExt cx="52901" cy="277121"/>
            </a:xfrm>
          </p:grpSpPr>
          <p:sp>
            <p:nvSpPr>
              <p:cNvPr id="389" name="Google Shape;389;p29"/>
              <p:cNvSpPr/>
              <p:nvPr/>
            </p:nvSpPr>
            <p:spPr>
              <a:xfrm>
                <a:off x="0" y="0"/>
                <a:ext cx="52901" cy="219971"/>
              </a:xfrm>
              <a:custGeom>
                <a:rect b="b" l="l" r="r" t="t"/>
                <a:pathLst>
                  <a:path extrusionOk="0"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90" name="Google Shape;390;p29"/>
              <p:cNvSpPr txBox="1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1" name="Google Shape;391;p29"/>
            <p:cNvGrpSpPr/>
            <p:nvPr/>
          </p:nvGrpSpPr>
          <p:grpSpPr>
            <a:xfrm rot="-5400000">
              <a:off x="290506" y="524471"/>
              <a:ext cx="35965" cy="234742"/>
              <a:chOff x="0" y="-57150"/>
              <a:chExt cx="42458" cy="277121"/>
            </a:xfrm>
          </p:grpSpPr>
          <p:sp>
            <p:nvSpPr>
              <p:cNvPr id="392" name="Google Shape;392;p29"/>
              <p:cNvSpPr/>
              <p:nvPr/>
            </p:nvSpPr>
            <p:spPr>
              <a:xfrm>
                <a:off x="0" y="0"/>
                <a:ext cx="42458" cy="219971"/>
              </a:xfrm>
              <a:custGeom>
                <a:rect b="b" l="l" r="r" t="t"/>
                <a:pathLst>
                  <a:path extrusionOk="0"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93" name="Google Shape;393;p29"/>
              <p:cNvSpPr txBox="1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4" name="Google Shape;394;p29"/>
            <p:cNvGrpSpPr/>
            <p:nvPr/>
          </p:nvGrpSpPr>
          <p:grpSpPr>
            <a:xfrm>
              <a:off x="384450" y="523824"/>
              <a:ext cx="41409" cy="136077"/>
              <a:chOff x="0" y="-57150"/>
              <a:chExt cx="48885" cy="160644"/>
            </a:xfrm>
          </p:grpSpPr>
          <p:sp>
            <p:nvSpPr>
              <p:cNvPr id="395" name="Google Shape;395;p29"/>
              <p:cNvSpPr/>
              <p:nvPr/>
            </p:nvSpPr>
            <p:spPr>
              <a:xfrm>
                <a:off x="0" y="0"/>
                <a:ext cx="48885" cy="103494"/>
              </a:xfrm>
              <a:custGeom>
                <a:rect b="b" l="l" r="r" t="t"/>
                <a:pathLst>
                  <a:path extrusionOk="0"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96" name="Google Shape;396;p29"/>
              <p:cNvSpPr txBox="1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7" name="Google Shape;397;p29"/>
            <p:cNvGrpSpPr/>
            <p:nvPr/>
          </p:nvGrpSpPr>
          <p:grpSpPr>
            <a:xfrm rot="-5400000">
              <a:off x="382991" y="335340"/>
              <a:ext cx="39454" cy="133355"/>
              <a:chOff x="0" y="-57150"/>
              <a:chExt cx="46576" cy="157431"/>
            </a:xfrm>
          </p:grpSpPr>
          <p:sp>
            <p:nvSpPr>
              <p:cNvPr id="398" name="Google Shape;398;p29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399" name="Google Shape;399;p29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" name="Google Shape;400;p29"/>
            <p:cNvGrpSpPr/>
            <p:nvPr/>
          </p:nvGrpSpPr>
          <p:grpSpPr>
            <a:xfrm>
              <a:off x="535492" y="340148"/>
              <a:ext cx="57224" cy="282373"/>
              <a:chOff x="0" y="-57150"/>
              <a:chExt cx="67555" cy="333352"/>
            </a:xfrm>
          </p:grpSpPr>
          <p:sp>
            <p:nvSpPr>
              <p:cNvPr id="401" name="Google Shape;401;p29"/>
              <p:cNvSpPr/>
              <p:nvPr/>
            </p:nvSpPr>
            <p:spPr>
              <a:xfrm>
                <a:off x="0" y="0"/>
                <a:ext cx="67555" cy="276202"/>
              </a:xfrm>
              <a:custGeom>
                <a:rect b="b" l="l" r="r" t="t"/>
                <a:pathLst>
                  <a:path extrusionOk="0" h="276202" w="67555">
                    <a:moveTo>
                      <a:pt x="0" y="0"/>
                    </a:moveTo>
                    <a:lnTo>
                      <a:pt x="67555" y="0"/>
                    </a:lnTo>
                    <a:lnTo>
                      <a:pt x="67555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02" name="Google Shape;402;p29"/>
              <p:cNvSpPr txBox="1"/>
              <p:nvPr/>
            </p:nvSpPr>
            <p:spPr>
              <a:xfrm>
                <a:off x="0" y="-57150"/>
                <a:ext cx="67555" cy="333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3" name="Google Shape;403;p29"/>
            <p:cNvGrpSpPr/>
            <p:nvPr/>
          </p:nvGrpSpPr>
          <p:grpSpPr>
            <a:xfrm>
              <a:off x="585067" y="296577"/>
              <a:ext cx="38007" cy="370831"/>
              <a:chOff x="0" y="-57150"/>
              <a:chExt cx="44868" cy="437779"/>
            </a:xfrm>
          </p:grpSpPr>
          <p:sp>
            <p:nvSpPr>
              <p:cNvPr id="404" name="Google Shape;404;p29"/>
              <p:cNvSpPr/>
              <p:nvPr/>
            </p:nvSpPr>
            <p:spPr>
              <a:xfrm>
                <a:off x="0" y="0"/>
                <a:ext cx="44868" cy="380629"/>
              </a:xfrm>
              <a:custGeom>
                <a:rect b="b" l="l" r="r" t="t"/>
                <a:pathLst>
                  <a:path extrusionOk="0"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05" name="Google Shape;405;p29"/>
              <p:cNvSpPr txBox="1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6" name="Google Shape;406;p29"/>
            <p:cNvGrpSpPr/>
            <p:nvPr/>
          </p:nvGrpSpPr>
          <p:grpSpPr>
            <a:xfrm rot="-5400000">
              <a:off x="631622" y="250022"/>
              <a:ext cx="44811" cy="234742"/>
              <a:chOff x="0" y="-57150"/>
              <a:chExt cx="52901" cy="277121"/>
            </a:xfrm>
          </p:grpSpPr>
          <p:sp>
            <p:nvSpPr>
              <p:cNvPr id="407" name="Google Shape;407;p29"/>
              <p:cNvSpPr/>
              <p:nvPr/>
            </p:nvSpPr>
            <p:spPr>
              <a:xfrm>
                <a:off x="0" y="0"/>
                <a:ext cx="52901" cy="219971"/>
              </a:xfrm>
              <a:custGeom>
                <a:rect b="b" l="l" r="r" t="t"/>
                <a:pathLst>
                  <a:path extrusionOk="0"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08" name="Google Shape;408;p29"/>
              <p:cNvSpPr txBox="1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" name="Google Shape;409;p29"/>
            <p:cNvGrpSpPr/>
            <p:nvPr/>
          </p:nvGrpSpPr>
          <p:grpSpPr>
            <a:xfrm rot="-5400000">
              <a:off x="636045" y="531979"/>
              <a:ext cx="35965" cy="234742"/>
              <a:chOff x="0" y="-57150"/>
              <a:chExt cx="42458" cy="277121"/>
            </a:xfrm>
          </p:grpSpPr>
          <p:sp>
            <p:nvSpPr>
              <p:cNvPr id="410" name="Google Shape;410;p29"/>
              <p:cNvSpPr/>
              <p:nvPr/>
            </p:nvSpPr>
            <p:spPr>
              <a:xfrm>
                <a:off x="0" y="0"/>
                <a:ext cx="42458" cy="219971"/>
              </a:xfrm>
              <a:custGeom>
                <a:rect b="b" l="l" r="r" t="t"/>
                <a:pathLst>
                  <a:path extrusionOk="0"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11" name="Google Shape;411;p29"/>
              <p:cNvSpPr txBox="1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2" name="Google Shape;412;p29"/>
            <p:cNvGrpSpPr/>
            <p:nvPr/>
          </p:nvGrpSpPr>
          <p:grpSpPr>
            <a:xfrm>
              <a:off x="729990" y="531331"/>
              <a:ext cx="41409" cy="136077"/>
              <a:chOff x="0" y="-57150"/>
              <a:chExt cx="48885" cy="160644"/>
            </a:xfrm>
          </p:grpSpPr>
          <p:sp>
            <p:nvSpPr>
              <p:cNvPr id="413" name="Google Shape;413;p29"/>
              <p:cNvSpPr/>
              <p:nvPr/>
            </p:nvSpPr>
            <p:spPr>
              <a:xfrm>
                <a:off x="0" y="0"/>
                <a:ext cx="48885" cy="103494"/>
              </a:xfrm>
              <a:custGeom>
                <a:rect b="b" l="l" r="r" t="t"/>
                <a:pathLst>
                  <a:path extrusionOk="0"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14" name="Google Shape;414;p29"/>
              <p:cNvSpPr txBox="1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5" name="Google Shape;415;p29"/>
            <p:cNvGrpSpPr/>
            <p:nvPr/>
          </p:nvGrpSpPr>
          <p:grpSpPr>
            <a:xfrm rot="-5400000">
              <a:off x="728531" y="342847"/>
              <a:ext cx="39454" cy="133355"/>
              <a:chOff x="0" y="-57150"/>
              <a:chExt cx="46576" cy="157431"/>
            </a:xfrm>
          </p:grpSpPr>
          <p:sp>
            <p:nvSpPr>
              <p:cNvPr id="416" name="Google Shape;416;p29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17" name="Google Shape;417;p29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8" name="Google Shape;418;p29"/>
            <p:cNvGrpSpPr/>
            <p:nvPr/>
          </p:nvGrpSpPr>
          <p:grpSpPr>
            <a:xfrm rot="-5400000">
              <a:off x="728531" y="532790"/>
              <a:ext cx="39454" cy="133355"/>
              <a:chOff x="0" y="-57150"/>
              <a:chExt cx="46576" cy="157431"/>
            </a:xfrm>
          </p:grpSpPr>
          <p:sp>
            <p:nvSpPr>
              <p:cNvPr id="419" name="Google Shape;419;p29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20" name="Google Shape;420;p29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" name="Google Shape;421;p29"/>
            <p:cNvGrpSpPr/>
            <p:nvPr/>
          </p:nvGrpSpPr>
          <p:grpSpPr>
            <a:xfrm>
              <a:off x="729990" y="296577"/>
              <a:ext cx="40743" cy="124190"/>
              <a:chOff x="0" y="-57150"/>
              <a:chExt cx="48099" cy="146611"/>
            </a:xfrm>
          </p:grpSpPr>
          <p:sp>
            <p:nvSpPr>
              <p:cNvPr id="422" name="Google Shape;422;p29"/>
              <p:cNvSpPr/>
              <p:nvPr/>
            </p:nvSpPr>
            <p:spPr>
              <a:xfrm>
                <a:off x="0" y="0"/>
                <a:ext cx="48099" cy="89461"/>
              </a:xfrm>
              <a:custGeom>
                <a:rect b="b" l="l" r="r" t="t"/>
                <a:pathLst>
                  <a:path extrusionOk="0" h="89461" w="48099">
                    <a:moveTo>
                      <a:pt x="0" y="0"/>
                    </a:moveTo>
                    <a:lnTo>
                      <a:pt x="48099" y="0"/>
                    </a:lnTo>
                    <a:lnTo>
                      <a:pt x="48099" y="89461"/>
                    </a:lnTo>
                    <a:lnTo>
                      <a:pt x="0" y="8946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23" name="Google Shape;423;p29"/>
              <p:cNvSpPr txBox="1"/>
              <p:nvPr/>
            </p:nvSpPr>
            <p:spPr>
              <a:xfrm>
                <a:off x="0" y="-57150"/>
                <a:ext cx="48099" cy="146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4" name="Google Shape;424;p29"/>
          <p:cNvSpPr txBox="1"/>
          <p:nvPr/>
        </p:nvSpPr>
        <p:spPr>
          <a:xfrm>
            <a:off x="162863" y="162900"/>
            <a:ext cx="860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FEASIBILITY AND VIABILITY :</a:t>
            </a:r>
            <a:endParaRPr b="1" sz="22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25" name="Google Shape;425;p29"/>
          <p:cNvSpPr txBox="1"/>
          <p:nvPr/>
        </p:nvSpPr>
        <p:spPr>
          <a:xfrm>
            <a:off x="162875" y="853150"/>
            <a:ext cx="87642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Feasibility:</a:t>
            </a:r>
            <a:endParaRPr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Data Completeness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→ Structured ingestion of data ensures meaningful coverage.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Change Data Quality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→ Snapshot + delta detection enables precise tracking of competitor updates.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Execution Readiness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→ Built using production-grade APIs.</a:t>
            </a:r>
            <a:endParaRPr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Viability:</a:t>
            </a:r>
            <a:endParaRPr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Actionability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→ Converts raw data into decision-ready insights.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Usability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→ Designed for non-technical users to explore trends and extract strategy easily.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Market Relevance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→ Solves a real, high-frequency problem for B2B SaaS teams.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Scalability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→ Lightweight, cost-efficient system that grows with additional data sources.</a:t>
            </a:r>
            <a:endParaRPr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48F1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0"/>
          <p:cNvSpPr/>
          <p:nvPr/>
        </p:nvSpPr>
        <p:spPr>
          <a:xfrm rot="10800000">
            <a:off x="4541806" y="-21488"/>
            <a:ext cx="4602194" cy="4650638"/>
          </a:xfrm>
          <a:custGeom>
            <a:rect b="b" l="l" r="r" t="t"/>
            <a:pathLst>
              <a:path extrusionOk="0" h="9301276" w="9204388">
                <a:moveTo>
                  <a:pt x="9204388" y="9301276"/>
                </a:moveTo>
                <a:lnTo>
                  <a:pt x="0" y="9301276"/>
                </a:lnTo>
                <a:lnTo>
                  <a:pt x="0" y="0"/>
                </a:lnTo>
                <a:lnTo>
                  <a:pt x="9204388" y="0"/>
                </a:lnTo>
                <a:lnTo>
                  <a:pt x="9204388" y="9301276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31" name="Google Shape;431;p30"/>
          <p:cNvGrpSpPr/>
          <p:nvPr/>
        </p:nvGrpSpPr>
        <p:grpSpPr>
          <a:xfrm>
            <a:off x="7620533" y="4399847"/>
            <a:ext cx="1149904" cy="423610"/>
            <a:chOff x="0" y="-93321"/>
            <a:chExt cx="3066412" cy="1129627"/>
          </a:xfrm>
        </p:grpSpPr>
        <p:sp>
          <p:nvSpPr>
            <p:cNvPr id="432" name="Google Shape;432;p30"/>
            <p:cNvSpPr txBox="1"/>
            <p:nvPr/>
          </p:nvSpPr>
          <p:spPr>
            <a:xfrm>
              <a:off x="1124623" y="0"/>
              <a:ext cx="1941789" cy="10363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SNUC</a:t>
              </a:r>
              <a:endParaRPr sz="700"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HACKS ‘26</a:t>
              </a:r>
              <a:endParaRPr sz="700"/>
            </a:p>
          </p:txBody>
        </p:sp>
        <p:grpSp>
          <p:nvGrpSpPr>
            <p:cNvPr id="433" name="Google Shape;433;p30"/>
            <p:cNvGrpSpPr/>
            <p:nvPr/>
          </p:nvGrpSpPr>
          <p:grpSpPr>
            <a:xfrm>
              <a:off x="0" y="-93321"/>
              <a:ext cx="1004888" cy="1098209"/>
              <a:chOff x="0" y="-47625"/>
              <a:chExt cx="512828" cy="560453"/>
            </a:xfrm>
          </p:grpSpPr>
          <p:sp>
            <p:nvSpPr>
              <p:cNvPr id="434" name="Google Shape;434;p30"/>
              <p:cNvSpPr/>
              <p:nvPr/>
            </p:nvSpPr>
            <p:spPr>
              <a:xfrm>
                <a:off x="0" y="0"/>
                <a:ext cx="512828" cy="512828"/>
              </a:xfrm>
              <a:custGeom>
                <a:rect b="b" l="l" r="r" t="t"/>
                <a:pathLst>
                  <a:path extrusionOk="0" h="512828" w="512828">
                    <a:moveTo>
                      <a:pt x="59365" y="0"/>
                    </a:moveTo>
                    <a:lnTo>
                      <a:pt x="453463" y="0"/>
                    </a:lnTo>
                    <a:cubicBezTo>
                      <a:pt x="469208" y="0"/>
                      <a:pt x="484307" y="6255"/>
                      <a:pt x="495440" y="17388"/>
                    </a:cubicBezTo>
                    <a:cubicBezTo>
                      <a:pt x="506574" y="28521"/>
                      <a:pt x="512828" y="43620"/>
                      <a:pt x="512828" y="59365"/>
                    </a:cubicBezTo>
                    <a:lnTo>
                      <a:pt x="512828" y="453463"/>
                    </a:lnTo>
                    <a:cubicBezTo>
                      <a:pt x="512828" y="469208"/>
                      <a:pt x="506574" y="484307"/>
                      <a:pt x="495440" y="495440"/>
                    </a:cubicBezTo>
                    <a:cubicBezTo>
                      <a:pt x="484307" y="506574"/>
                      <a:pt x="469208" y="512828"/>
                      <a:pt x="453463" y="512828"/>
                    </a:cubicBezTo>
                    <a:lnTo>
                      <a:pt x="59365" y="512828"/>
                    </a:lnTo>
                    <a:cubicBezTo>
                      <a:pt x="43620" y="512828"/>
                      <a:pt x="28521" y="506574"/>
                      <a:pt x="17388" y="495440"/>
                    </a:cubicBezTo>
                    <a:cubicBezTo>
                      <a:pt x="6255" y="484307"/>
                      <a:pt x="0" y="469208"/>
                      <a:pt x="0" y="453463"/>
                    </a:cubicBezTo>
                    <a:lnTo>
                      <a:pt x="0" y="59365"/>
                    </a:lnTo>
                    <a:cubicBezTo>
                      <a:pt x="0" y="43620"/>
                      <a:pt x="6255" y="28521"/>
                      <a:pt x="17388" y="17388"/>
                    </a:cubicBezTo>
                    <a:cubicBezTo>
                      <a:pt x="28521" y="6255"/>
                      <a:pt x="43620" y="0"/>
                      <a:pt x="593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30"/>
              <p:cNvSpPr txBox="1"/>
              <p:nvPr/>
            </p:nvSpPr>
            <p:spPr>
              <a:xfrm>
                <a:off x="0" y="-47625"/>
                <a:ext cx="512828" cy="5604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7700" lIns="57700" spcFirstLastPara="1" rIns="57700" wrap="square" tIns="57700">
                <a:noAutofit/>
              </a:bodyPr>
              <a:lstStyle/>
              <a:p>
                <a:pPr indent="0" lvl="0" marL="0" marR="0" rtl="0" algn="ctr">
                  <a:lnSpc>
                    <a:spcPct val="156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6" name="Google Shape;436;p30"/>
            <p:cNvGrpSpPr/>
            <p:nvPr/>
          </p:nvGrpSpPr>
          <p:grpSpPr>
            <a:xfrm>
              <a:off x="384450" y="289070"/>
              <a:ext cx="41409" cy="132675"/>
              <a:chOff x="0" y="-57150"/>
              <a:chExt cx="48885" cy="156628"/>
            </a:xfrm>
          </p:grpSpPr>
          <p:sp>
            <p:nvSpPr>
              <p:cNvPr id="437" name="Google Shape;437;p30"/>
              <p:cNvSpPr/>
              <p:nvPr/>
            </p:nvSpPr>
            <p:spPr>
              <a:xfrm>
                <a:off x="0" y="0"/>
                <a:ext cx="48885" cy="99478"/>
              </a:xfrm>
              <a:custGeom>
                <a:rect b="b" l="l" r="r" t="t"/>
                <a:pathLst>
                  <a:path extrusionOk="0" h="99478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99478"/>
                    </a:lnTo>
                    <a:lnTo>
                      <a:pt x="0" y="99478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38" name="Google Shape;438;p30"/>
              <p:cNvSpPr txBox="1"/>
              <p:nvPr/>
            </p:nvSpPr>
            <p:spPr>
              <a:xfrm>
                <a:off x="0" y="-57150"/>
                <a:ext cx="48885" cy="156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9" name="Google Shape;439;p30"/>
            <p:cNvGrpSpPr/>
            <p:nvPr/>
          </p:nvGrpSpPr>
          <p:grpSpPr>
            <a:xfrm rot="-5400000">
              <a:off x="382991" y="525283"/>
              <a:ext cx="39454" cy="133355"/>
              <a:chOff x="0" y="-57150"/>
              <a:chExt cx="46576" cy="157431"/>
            </a:xfrm>
          </p:grpSpPr>
          <p:sp>
            <p:nvSpPr>
              <p:cNvPr id="440" name="Google Shape;440;p30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41" name="Google Shape;441;p30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30"/>
            <p:cNvGrpSpPr/>
            <p:nvPr/>
          </p:nvGrpSpPr>
          <p:grpSpPr>
            <a:xfrm>
              <a:off x="189953" y="332641"/>
              <a:ext cx="68578" cy="282373"/>
              <a:chOff x="0" y="-57150"/>
              <a:chExt cx="80958" cy="333352"/>
            </a:xfrm>
          </p:grpSpPr>
          <p:sp>
            <p:nvSpPr>
              <p:cNvPr id="443" name="Google Shape;443;p30"/>
              <p:cNvSpPr/>
              <p:nvPr/>
            </p:nvSpPr>
            <p:spPr>
              <a:xfrm>
                <a:off x="0" y="0"/>
                <a:ext cx="80958" cy="276202"/>
              </a:xfrm>
              <a:custGeom>
                <a:rect b="b" l="l" r="r" t="t"/>
                <a:pathLst>
                  <a:path extrusionOk="0" h="276202" w="80958">
                    <a:moveTo>
                      <a:pt x="0" y="0"/>
                    </a:moveTo>
                    <a:lnTo>
                      <a:pt x="80958" y="0"/>
                    </a:lnTo>
                    <a:lnTo>
                      <a:pt x="80958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44" name="Google Shape;444;p30"/>
              <p:cNvSpPr txBox="1"/>
              <p:nvPr/>
            </p:nvSpPr>
            <p:spPr>
              <a:xfrm>
                <a:off x="0" y="-57150"/>
                <a:ext cx="80958" cy="333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5" name="Google Shape;445;p30"/>
            <p:cNvGrpSpPr/>
            <p:nvPr/>
          </p:nvGrpSpPr>
          <p:grpSpPr>
            <a:xfrm>
              <a:off x="239528" y="289070"/>
              <a:ext cx="38007" cy="370831"/>
              <a:chOff x="0" y="-57150"/>
              <a:chExt cx="44868" cy="437779"/>
            </a:xfrm>
          </p:grpSpPr>
          <p:sp>
            <p:nvSpPr>
              <p:cNvPr id="446" name="Google Shape;446;p30"/>
              <p:cNvSpPr/>
              <p:nvPr/>
            </p:nvSpPr>
            <p:spPr>
              <a:xfrm>
                <a:off x="0" y="0"/>
                <a:ext cx="44868" cy="380629"/>
              </a:xfrm>
              <a:custGeom>
                <a:rect b="b" l="l" r="r" t="t"/>
                <a:pathLst>
                  <a:path extrusionOk="0"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47" name="Google Shape;447;p30"/>
              <p:cNvSpPr txBox="1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8" name="Google Shape;448;p30"/>
            <p:cNvGrpSpPr/>
            <p:nvPr/>
          </p:nvGrpSpPr>
          <p:grpSpPr>
            <a:xfrm rot="-5400000">
              <a:off x="286083" y="242515"/>
              <a:ext cx="44811" cy="234742"/>
              <a:chOff x="0" y="-57150"/>
              <a:chExt cx="52901" cy="277121"/>
            </a:xfrm>
          </p:grpSpPr>
          <p:sp>
            <p:nvSpPr>
              <p:cNvPr id="449" name="Google Shape;449;p30"/>
              <p:cNvSpPr/>
              <p:nvPr/>
            </p:nvSpPr>
            <p:spPr>
              <a:xfrm>
                <a:off x="0" y="0"/>
                <a:ext cx="52901" cy="219971"/>
              </a:xfrm>
              <a:custGeom>
                <a:rect b="b" l="l" r="r" t="t"/>
                <a:pathLst>
                  <a:path extrusionOk="0"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50" name="Google Shape;450;p30"/>
              <p:cNvSpPr txBox="1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1" name="Google Shape;451;p30"/>
            <p:cNvGrpSpPr/>
            <p:nvPr/>
          </p:nvGrpSpPr>
          <p:grpSpPr>
            <a:xfrm rot="-5400000">
              <a:off x="290506" y="524471"/>
              <a:ext cx="35965" cy="234742"/>
              <a:chOff x="0" y="-57150"/>
              <a:chExt cx="42458" cy="277121"/>
            </a:xfrm>
          </p:grpSpPr>
          <p:sp>
            <p:nvSpPr>
              <p:cNvPr id="452" name="Google Shape;452;p30"/>
              <p:cNvSpPr/>
              <p:nvPr/>
            </p:nvSpPr>
            <p:spPr>
              <a:xfrm>
                <a:off x="0" y="0"/>
                <a:ext cx="42458" cy="219971"/>
              </a:xfrm>
              <a:custGeom>
                <a:rect b="b" l="l" r="r" t="t"/>
                <a:pathLst>
                  <a:path extrusionOk="0"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53" name="Google Shape;453;p30"/>
              <p:cNvSpPr txBox="1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4" name="Google Shape;454;p30"/>
            <p:cNvGrpSpPr/>
            <p:nvPr/>
          </p:nvGrpSpPr>
          <p:grpSpPr>
            <a:xfrm>
              <a:off x="384450" y="523824"/>
              <a:ext cx="41409" cy="136077"/>
              <a:chOff x="0" y="-57150"/>
              <a:chExt cx="48885" cy="160644"/>
            </a:xfrm>
          </p:grpSpPr>
          <p:sp>
            <p:nvSpPr>
              <p:cNvPr id="455" name="Google Shape;455;p30"/>
              <p:cNvSpPr/>
              <p:nvPr/>
            </p:nvSpPr>
            <p:spPr>
              <a:xfrm>
                <a:off x="0" y="0"/>
                <a:ext cx="48885" cy="103494"/>
              </a:xfrm>
              <a:custGeom>
                <a:rect b="b" l="l" r="r" t="t"/>
                <a:pathLst>
                  <a:path extrusionOk="0"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56" name="Google Shape;456;p30"/>
              <p:cNvSpPr txBox="1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7" name="Google Shape;457;p30"/>
            <p:cNvGrpSpPr/>
            <p:nvPr/>
          </p:nvGrpSpPr>
          <p:grpSpPr>
            <a:xfrm rot="-5400000">
              <a:off x="382991" y="335340"/>
              <a:ext cx="39454" cy="133355"/>
              <a:chOff x="0" y="-57150"/>
              <a:chExt cx="46576" cy="157431"/>
            </a:xfrm>
          </p:grpSpPr>
          <p:sp>
            <p:nvSpPr>
              <p:cNvPr id="458" name="Google Shape;458;p30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59" name="Google Shape;459;p30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0" name="Google Shape;460;p30"/>
            <p:cNvGrpSpPr/>
            <p:nvPr/>
          </p:nvGrpSpPr>
          <p:grpSpPr>
            <a:xfrm>
              <a:off x="535492" y="340148"/>
              <a:ext cx="57224" cy="282373"/>
              <a:chOff x="0" y="-57150"/>
              <a:chExt cx="67555" cy="333352"/>
            </a:xfrm>
          </p:grpSpPr>
          <p:sp>
            <p:nvSpPr>
              <p:cNvPr id="461" name="Google Shape;461;p30"/>
              <p:cNvSpPr/>
              <p:nvPr/>
            </p:nvSpPr>
            <p:spPr>
              <a:xfrm>
                <a:off x="0" y="0"/>
                <a:ext cx="67555" cy="276202"/>
              </a:xfrm>
              <a:custGeom>
                <a:rect b="b" l="l" r="r" t="t"/>
                <a:pathLst>
                  <a:path extrusionOk="0" h="276202" w="67555">
                    <a:moveTo>
                      <a:pt x="0" y="0"/>
                    </a:moveTo>
                    <a:lnTo>
                      <a:pt x="67555" y="0"/>
                    </a:lnTo>
                    <a:lnTo>
                      <a:pt x="67555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62" name="Google Shape;462;p30"/>
              <p:cNvSpPr txBox="1"/>
              <p:nvPr/>
            </p:nvSpPr>
            <p:spPr>
              <a:xfrm>
                <a:off x="0" y="-57150"/>
                <a:ext cx="67555" cy="333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3" name="Google Shape;463;p30"/>
            <p:cNvGrpSpPr/>
            <p:nvPr/>
          </p:nvGrpSpPr>
          <p:grpSpPr>
            <a:xfrm>
              <a:off x="585067" y="296577"/>
              <a:ext cx="38007" cy="370831"/>
              <a:chOff x="0" y="-57150"/>
              <a:chExt cx="44868" cy="437779"/>
            </a:xfrm>
          </p:grpSpPr>
          <p:sp>
            <p:nvSpPr>
              <p:cNvPr id="464" name="Google Shape;464;p30"/>
              <p:cNvSpPr/>
              <p:nvPr/>
            </p:nvSpPr>
            <p:spPr>
              <a:xfrm>
                <a:off x="0" y="0"/>
                <a:ext cx="44868" cy="380629"/>
              </a:xfrm>
              <a:custGeom>
                <a:rect b="b" l="l" r="r" t="t"/>
                <a:pathLst>
                  <a:path extrusionOk="0"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65" name="Google Shape;465;p30"/>
              <p:cNvSpPr txBox="1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6" name="Google Shape;466;p30"/>
            <p:cNvGrpSpPr/>
            <p:nvPr/>
          </p:nvGrpSpPr>
          <p:grpSpPr>
            <a:xfrm rot="-5400000">
              <a:off x="631622" y="250022"/>
              <a:ext cx="44811" cy="234742"/>
              <a:chOff x="0" y="-57150"/>
              <a:chExt cx="52901" cy="277121"/>
            </a:xfrm>
          </p:grpSpPr>
          <p:sp>
            <p:nvSpPr>
              <p:cNvPr id="467" name="Google Shape;467;p30"/>
              <p:cNvSpPr/>
              <p:nvPr/>
            </p:nvSpPr>
            <p:spPr>
              <a:xfrm>
                <a:off x="0" y="0"/>
                <a:ext cx="52901" cy="219971"/>
              </a:xfrm>
              <a:custGeom>
                <a:rect b="b" l="l" r="r" t="t"/>
                <a:pathLst>
                  <a:path extrusionOk="0"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68" name="Google Shape;468;p30"/>
              <p:cNvSpPr txBox="1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9" name="Google Shape;469;p30"/>
            <p:cNvGrpSpPr/>
            <p:nvPr/>
          </p:nvGrpSpPr>
          <p:grpSpPr>
            <a:xfrm rot="-5400000">
              <a:off x="636045" y="531979"/>
              <a:ext cx="35965" cy="234742"/>
              <a:chOff x="0" y="-57150"/>
              <a:chExt cx="42458" cy="277121"/>
            </a:xfrm>
          </p:grpSpPr>
          <p:sp>
            <p:nvSpPr>
              <p:cNvPr id="470" name="Google Shape;470;p30"/>
              <p:cNvSpPr/>
              <p:nvPr/>
            </p:nvSpPr>
            <p:spPr>
              <a:xfrm>
                <a:off x="0" y="0"/>
                <a:ext cx="42458" cy="219971"/>
              </a:xfrm>
              <a:custGeom>
                <a:rect b="b" l="l" r="r" t="t"/>
                <a:pathLst>
                  <a:path extrusionOk="0"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71" name="Google Shape;471;p30"/>
              <p:cNvSpPr txBox="1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2" name="Google Shape;472;p30"/>
            <p:cNvGrpSpPr/>
            <p:nvPr/>
          </p:nvGrpSpPr>
          <p:grpSpPr>
            <a:xfrm>
              <a:off x="729990" y="531331"/>
              <a:ext cx="41409" cy="136077"/>
              <a:chOff x="0" y="-57150"/>
              <a:chExt cx="48885" cy="160644"/>
            </a:xfrm>
          </p:grpSpPr>
          <p:sp>
            <p:nvSpPr>
              <p:cNvPr id="473" name="Google Shape;473;p30"/>
              <p:cNvSpPr/>
              <p:nvPr/>
            </p:nvSpPr>
            <p:spPr>
              <a:xfrm>
                <a:off x="0" y="0"/>
                <a:ext cx="48885" cy="103494"/>
              </a:xfrm>
              <a:custGeom>
                <a:rect b="b" l="l" r="r" t="t"/>
                <a:pathLst>
                  <a:path extrusionOk="0"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74" name="Google Shape;474;p30"/>
              <p:cNvSpPr txBox="1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5" name="Google Shape;475;p30"/>
            <p:cNvGrpSpPr/>
            <p:nvPr/>
          </p:nvGrpSpPr>
          <p:grpSpPr>
            <a:xfrm rot="-5400000">
              <a:off x="728531" y="342847"/>
              <a:ext cx="39454" cy="133355"/>
              <a:chOff x="0" y="-57150"/>
              <a:chExt cx="46576" cy="157431"/>
            </a:xfrm>
          </p:grpSpPr>
          <p:sp>
            <p:nvSpPr>
              <p:cNvPr id="476" name="Google Shape;476;p30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77" name="Google Shape;477;p30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8" name="Google Shape;478;p30"/>
            <p:cNvGrpSpPr/>
            <p:nvPr/>
          </p:nvGrpSpPr>
          <p:grpSpPr>
            <a:xfrm rot="-5400000">
              <a:off x="728531" y="532790"/>
              <a:ext cx="39454" cy="133355"/>
              <a:chOff x="0" y="-57150"/>
              <a:chExt cx="46576" cy="157431"/>
            </a:xfrm>
          </p:grpSpPr>
          <p:sp>
            <p:nvSpPr>
              <p:cNvPr id="479" name="Google Shape;479;p30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80" name="Google Shape;480;p30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1" name="Google Shape;481;p30"/>
            <p:cNvGrpSpPr/>
            <p:nvPr/>
          </p:nvGrpSpPr>
          <p:grpSpPr>
            <a:xfrm>
              <a:off x="729990" y="296577"/>
              <a:ext cx="40743" cy="124190"/>
              <a:chOff x="0" y="-57150"/>
              <a:chExt cx="48099" cy="146611"/>
            </a:xfrm>
          </p:grpSpPr>
          <p:sp>
            <p:nvSpPr>
              <p:cNvPr id="482" name="Google Shape;482;p30"/>
              <p:cNvSpPr/>
              <p:nvPr/>
            </p:nvSpPr>
            <p:spPr>
              <a:xfrm>
                <a:off x="0" y="0"/>
                <a:ext cx="48099" cy="89461"/>
              </a:xfrm>
              <a:custGeom>
                <a:rect b="b" l="l" r="r" t="t"/>
                <a:pathLst>
                  <a:path extrusionOk="0" h="89461" w="48099">
                    <a:moveTo>
                      <a:pt x="0" y="0"/>
                    </a:moveTo>
                    <a:lnTo>
                      <a:pt x="48099" y="0"/>
                    </a:lnTo>
                    <a:lnTo>
                      <a:pt x="48099" y="89461"/>
                    </a:lnTo>
                    <a:lnTo>
                      <a:pt x="0" y="8946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83" name="Google Shape;483;p30"/>
              <p:cNvSpPr txBox="1"/>
              <p:nvPr/>
            </p:nvSpPr>
            <p:spPr>
              <a:xfrm>
                <a:off x="0" y="-57150"/>
                <a:ext cx="48099" cy="146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84" name="Google Shape;484;p30"/>
          <p:cNvSpPr txBox="1"/>
          <p:nvPr/>
        </p:nvSpPr>
        <p:spPr>
          <a:xfrm>
            <a:off x="229313" y="226950"/>
            <a:ext cx="86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IMPACT AND BENEFITS :</a:t>
            </a:r>
            <a:endParaRPr b="1" sz="24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85" name="Google Shape;485;p30"/>
          <p:cNvSpPr txBox="1"/>
          <p:nvPr/>
        </p:nvSpPr>
        <p:spPr>
          <a:xfrm>
            <a:off x="-374525" y="981300"/>
            <a:ext cx="5066100" cy="3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We eliminate </a:t>
            </a: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decisional latency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- convertes scattered competitor signals into </a:t>
            </a: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instant, decision-ready strategies.</a:t>
            </a:r>
            <a:endParaRPr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30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ourier New"/>
              <a:buChar char="•"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Helps teams identify </a:t>
            </a: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pain</a:t>
            </a: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-points.</a:t>
            </a:r>
            <a:endParaRPr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30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ourier New"/>
              <a:buChar char="•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Reduces 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strategic </a:t>
            </a: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risk 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founders.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30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ourier New"/>
              <a:buChar char="•"/>
            </a:pP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Democratizing analysis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and marketing strategies.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30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ourier New"/>
              <a:buChar char="•"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Turns </a:t>
            </a: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noise 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into a </a:t>
            </a: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competitive advantage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86" name="Google Shape;48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3225" y="226950"/>
            <a:ext cx="4457526" cy="449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48F1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1"/>
          <p:cNvSpPr/>
          <p:nvPr/>
        </p:nvSpPr>
        <p:spPr>
          <a:xfrm rot="10800000">
            <a:off x="4541806" y="-21488"/>
            <a:ext cx="4602194" cy="4650638"/>
          </a:xfrm>
          <a:custGeom>
            <a:rect b="b" l="l" r="r" t="t"/>
            <a:pathLst>
              <a:path extrusionOk="0" h="9301276" w="9204388">
                <a:moveTo>
                  <a:pt x="9204388" y="9301276"/>
                </a:moveTo>
                <a:lnTo>
                  <a:pt x="0" y="9301276"/>
                </a:lnTo>
                <a:lnTo>
                  <a:pt x="0" y="0"/>
                </a:lnTo>
                <a:lnTo>
                  <a:pt x="9204388" y="0"/>
                </a:lnTo>
                <a:lnTo>
                  <a:pt x="9204388" y="9301276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92" name="Google Shape;492;p31"/>
          <p:cNvGrpSpPr/>
          <p:nvPr/>
        </p:nvGrpSpPr>
        <p:grpSpPr>
          <a:xfrm>
            <a:off x="7620533" y="4399847"/>
            <a:ext cx="1149904" cy="423610"/>
            <a:chOff x="0" y="-93321"/>
            <a:chExt cx="3066412" cy="1129627"/>
          </a:xfrm>
        </p:grpSpPr>
        <p:sp>
          <p:nvSpPr>
            <p:cNvPr id="493" name="Google Shape;493;p31"/>
            <p:cNvSpPr txBox="1"/>
            <p:nvPr/>
          </p:nvSpPr>
          <p:spPr>
            <a:xfrm>
              <a:off x="1124623" y="0"/>
              <a:ext cx="1941789" cy="10363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SNUC</a:t>
              </a:r>
              <a:endParaRPr sz="700"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HACKS ‘26</a:t>
              </a:r>
              <a:endParaRPr sz="700"/>
            </a:p>
          </p:txBody>
        </p:sp>
        <p:grpSp>
          <p:nvGrpSpPr>
            <p:cNvPr id="494" name="Google Shape;494;p31"/>
            <p:cNvGrpSpPr/>
            <p:nvPr/>
          </p:nvGrpSpPr>
          <p:grpSpPr>
            <a:xfrm>
              <a:off x="0" y="-93321"/>
              <a:ext cx="1004888" cy="1098209"/>
              <a:chOff x="0" y="-47625"/>
              <a:chExt cx="512828" cy="560453"/>
            </a:xfrm>
          </p:grpSpPr>
          <p:sp>
            <p:nvSpPr>
              <p:cNvPr id="495" name="Google Shape;495;p31"/>
              <p:cNvSpPr/>
              <p:nvPr/>
            </p:nvSpPr>
            <p:spPr>
              <a:xfrm>
                <a:off x="0" y="0"/>
                <a:ext cx="512828" cy="512828"/>
              </a:xfrm>
              <a:custGeom>
                <a:rect b="b" l="l" r="r" t="t"/>
                <a:pathLst>
                  <a:path extrusionOk="0" h="512828" w="512828">
                    <a:moveTo>
                      <a:pt x="59365" y="0"/>
                    </a:moveTo>
                    <a:lnTo>
                      <a:pt x="453463" y="0"/>
                    </a:lnTo>
                    <a:cubicBezTo>
                      <a:pt x="469208" y="0"/>
                      <a:pt x="484307" y="6255"/>
                      <a:pt x="495440" y="17388"/>
                    </a:cubicBezTo>
                    <a:cubicBezTo>
                      <a:pt x="506574" y="28521"/>
                      <a:pt x="512828" y="43620"/>
                      <a:pt x="512828" y="59365"/>
                    </a:cubicBezTo>
                    <a:lnTo>
                      <a:pt x="512828" y="453463"/>
                    </a:lnTo>
                    <a:cubicBezTo>
                      <a:pt x="512828" y="469208"/>
                      <a:pt x="506574" y="484307"/>
                      <a:pt x="495440" y="495440"/>
                    </a:cubicBezTo>
                    <a:cubicBezTo>
                      <a:pt x="484307" y="506574"/>
                      <a:pt x="469208" y="512828"/>
                      <a:pt x="453463" y="512828"/>
                    </a:cubicBezTo>
                    <a:lnTo>
                      <a:pt x="59365" y="512828"/>
                    </a:lnTo>
                    <a:cubicBezTo>
                      <a:pt x="43620" y="512828"/>
                      <a:pt x="28521" y="506574"/>
                      <a:pt x="17388" y="495440"/>
                    </a:cubicBezTo>
                    <a:cubicBezTo>
                      <a:pt x="6255" y="484307"/>
                      <a:pt x="0" y="469208"/>
                      <a:pt x="0" y="453463"/>
                    </a:cubicBezTo>
                    <a:lnTo>
                      <a:pt x="0" y="59365"/>
                    </a:lnTo>
                    <a:cubicBezTo>
                      <a:pt x="0" y="43620"/>
                      <a:pt x="6255" y="28521"/>
                      <a:pt x="17388" y="17388"/>
                    </a:cubicBezTo>
                    <a:cubicBezTo>
                      <a:pt x="28521" y="6255"/>
                      <a:pt x="43620" y="0"/>
                      <a:pt x="593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31"/>
              <p:cNvSpPr txBox="1"/>
              <p:nvPr/>
            </p:nvSpPr>
            <p:spPr>
              <a:xfrm>
                <a:off x="0" y="-47625"/>
                <a:ext cx="512828" cy="5604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7700" lIns="57700" spcFirstLastPara="1" rIns="57700" wrap="square" tIns="57700">
                <a:noAutofit/>
              </a:bodyPr>
              <a:lstStyle/>
              <a:p>
                <a:pPr indent="0" lvl="0" marL="0" marR="0" rtl="0" algn="ctr">
                  <a:lnSpc>
                    <a:spcPct val="156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7" name="Google Shape;497;p31"/>
            <p:cNvGrpSpPr/>
            <p:nvPr/>
          </p:nvGrpSpPr>
          <p:grpSpPr>
            <a:xfrm>
              <a:off x="384450" y="289070"/>
              <a:ext cx="41409" cy="132675"/>
              <a:chOff x="0" y="-57150"/>
              <a:chExt cx="48885" cy="156628"/>
            </a:xfrm>
          </p:grpSpPr>
          <p:sp>
            <p:nvSpPr>
              <p:cNvPr id="498" name="Google Shape;498;p31"/>
              <p:cNvSpPr/>
              <p:nvPr/>
            </p:nvSpPr>
            <p:spPr>
              <a:xfrm>
                <a:off x="0" y="0"/>
                <a:ext cx="48885" cy="99478"/>
              </a:xfrm>
              <a:custGeom>
                <a:rect b="b" l="l" r="r" t="t"/>
                <a:pathLst>
                  <a:path extrusionOk="0" h="99478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99478"/>
                    </a:lnTo>
                    <a:lnTo>
                      <a:pt x="0" y="99478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499" name="Google Shape;499;p31"/>
              <p:cNvSpPr txBox="1"/>
              <p:nvPr/>
            </p:nvSpPr>
            <p:spPr>
              <a:xfrm>
                <a:off x="0" y="-57150"/>
                <a:ext cx="48885" cy="156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0" name="Google Shape;500;p31"/>
            <p:cNvGrpSpPr/>
            <p:nvPr/>
          </p:nvGrpSpPr>
          <p:grpSpPr>
            <a:xfrm rot="-5400000">
              <a:off x="382991" y="525283"/>
              <a:ext cx="39454" cy="133355"/>
              <a:chOff x="0" y="-57150"/>
              <a:chExt cx="46576" cy="157431"/>
            </a:xfrm>
          </p:grpSpPr>
          <p:sp>
            <p:nvSpPr>
              <p:cNvPr id="501" name="Google Shape;501;p31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502" name="Google Shape;502;p31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3" name="Google Shape;503;p31"/>
            <p:cNvGrpSpPr/>
            <p:nvPr/>
          </p:nvGrpSpPr>
          <p:grpSpPr>
            <a:xfrm>
              <a:off x="189953" y="332641"/>
              <a:ext cx="68578" cy="282373"/>
              <a:chOff x="0" y="-57150"/>
              <a:chExt cx="80958" cy="333352"/>
            </a:xfrm>
          </p:grpSpPr>
          <p:sp>
            <p:nvSpPr>
              <p:cNvPr id="504" name="Google Shape;504;p31"/>
              <p:cNvSpPr/>
              <p:nvPr/>
            </p:nvSpPr>
            <p:spPr>
              <a:xfrm>
                <a:off x="0" y="0"/>
                <a:ext cx="80958" cy="276202"/>
              </a:xfrm>
              <a:custGeom>
                <a:rect b="b" l="l" r="r" t="t"/>
                <a:pathLst>
                  <a:path extrusionOk="0" h="276202" w="80958">
                    <a:moveTo>
                      <a:pt x="0" y="0"/>
                    </a:moveTo>
                    <a:lnTo>
                      <a:pt x="80958" y="0"/>
                    </a:lnTo>
                    <a:lnTo>
                      <a:pt x="80958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505" name="Google Shape;505;p31"/>
              <p:cNvSpPr txBox="1"/>
              <p:nvPr/>
            </p:nvSpPr>
            <p:spPr>
              <a:xfrm>
                <a:off x="0" y="-57150"/>
                <a:ext cx="80958" cy="333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6" name="Google Shape;506;p31"/>
            <p:cNvGrpSpPr/>
            <p:nvPr/>
          </p:nvGrpSpPr>
          <p:grpSpPr>
            <a:xfrm>
              <a:off x="239528" y="289070"/>
              <a:ext cx="38007" cy="370831"/>
              <a:chOff x="0" y="-57150"/>
              <a:chExt cx="44868" cy="437779"/>
            </a:xfrm>
          </p:grpSpPr>
          <p:sp>
            <p:nvSpPr>
              <p:cNvPr id="507" name="Google Shape;507;p31"/>
              <p:cNvSpPr/>
              <p:nvPr/>
            </p:nvSpPr>
            <p:spPr>
              <a:xfrm>
                <a:off x="0" y="0"/>
                <a:ext cx="44868" cy="380629"/>
              </a:xfrm>
              <a:custGeom>
                <a:rect b="b" l="l" r="r" t="t"/>
                <a:pathLst>
                  <a:path extrusionOk="0"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508" name="Google Shape;508;p31"/>
              <p:cNvSpPr txBox="1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9" name="Google Shape;509;p31"/>
            <p:cNvGrpSpPr/>
            <p:nvPr/>
          </p:nvGrpSpPr>
          <p:grpSpPr>
            <a:xfrm rot="-5400000">
              <a:off x="286083" y="242515"/>
              <a:ext cx="44811" cy="234742"/>
              <a:chOff x="0" y="-57150"/>
              <a:chExt cx="52901" cy="277121"/>
            </a:xfrm>
          </p:grpSpPr>
          <p:sp>
            <p:nvSpPr>
              <p:cNvPr id="510" name="Google Shape;510;p31"/>
              <p:cNvSpPr/>
              <p:nvPr/>
            </p:nvSpPr>
            <p:spPr>
              <a:xfrm>
                <a:off x="0" y="0"/>
                <a:ext cx="52901" cy="219971"/>
              </a:xfrm>
              <a:custGeom>
                <a:rect b="b" l="l" r="r" t="t"/>
                <a:pathLst>
                  <a:path extrusionOk="0"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511" name="Google Shape;511;p31"/>
              <p:cNvSpPr txBox="1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2" name="Google Shape;512;p31"/>
            <p:cNvGrpSpPr/>
            <p:nvPr/>
          </p:nvGrpSpPr>
          <p:grpSpPr>
            <a:xfrm rot="-5400000">
              <a:off x="290506" y="524471"/>
              <a:ext cx="35965" cy="234742"/>
              <a:chOff x="0" y="-57150"/>
              <a:chExt cx="42458" cy="277121"/>
            </a:xfrm>
          </p:grpSpPr>
          <p:sp>
            <p:nvSpPr>
              <p:cNvPr id="513" name="Google Shape;513;p31"/>
              <p:cNvSpPr/>
              <p:nvPr/>
            </p:nvSpPr>
            <p:spPr>
              <a:xfrm>
                <a:off x="0" y="0"/>
                <a:ext cx="42458" cy="219971"/>
              </a:xfrm>
              <a:custGeom>
                <a:rect b="b" l="l" r="r" t="t"/>
                <a:pathLst>
                  <a:path extrusionOk="0"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514" name="Google Shape;514;p31"/>
              <p:cNvSpPr txBox="1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5" name="Google Shape;515;p31"/>
            <p:cNvGrpSpPr/>
            <p:nvPr/>
          </p:nvGrpSpPr>
          <p:grpSpPr>
            <a:xfrm>
              <a:off x="384450" y="523824"/>
              <a:ext cx="41409" cy="136077"/>
              <a:chOff x="0" y="-57150"/>
              <a:chExt cx="48885" cy="160644"/>
            </a:xfrm>
          </p:grpSpPr>
          <p:sp>
            <p:nvSpPr>
              <p:cNvPr id="516" name="Google Shape;516;p31"/>
              <p:cNvSpPr/>
              <p:nvPr/>
            </p:nvSpPr>
            <p:spPr>
              <a:xfrm>
                <a:off x="0" y="0"/>
                <a:ext cx="48885" cy="103494"/>
              </a:xfrm>
              <a:custGeom>
                <a:rect b="b" l="l" r="r" t="t"/>
                <a:pathLst>
                  <a:path extrusionOk="0"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517" name="Google Shape;517;p31"/>
              <p:cNvSpPr txBox="1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8" name="Google Shape;518;p31"/>
            <p:cNvGrpSpPr/>
            <p:nvPr/>
          </p:nvGrpSpPr>
          <p:grpSpPr>
            <a:xfrm rot="-5400000">
              <a:off x="382991" y="335340"/>
              <a:ext cx="39454" cy="133355"/>
              <a:chOff x="0" y="-57150"/>
              <a:chExt cx="46576" cy="157431"/>
            </a:xfrm>
          </p:grpSpPr>
          <p:sp>
            <p:nvSpPr>
              <p:cNvPr id="519" name="Google Shape;519;p31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520" name="Google Shape;520;p31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1" name="Google Shape;521;p31"/>
            <p:cNvGrpSpPr/>
            <p:nvPr/>
          </p:nvGrpSpPr>
          <p:grpSpPr>
            <a:xfrm>
              <a:off x="535492" y="340148"/>
              <a:ext cx="57224" cy="282373"/>
              <a:chOff x="0" y="-57150"/>
              <a:chExt cx="67555" cy="333352"/>
            </a:xfrm>
          </p:grpSpPr>
          <p:sp>
            <p:nvSpPr>
              <p:cNvPr id="522" name="Google Shape;522;p31"/>
              <p:cNvSpPr/>
              <p:nvPr/>
            </p:nvSpPr>
            <p:spPr>
              <a:xfrm>
                <a:off x="0" y="0"/>
                <a:ext cx="67555" cy="276202"/>
              </a:xfrm>
              <a:custGeom>
                <a:rect b="b" l="l" r="r" t="t"/>
                <a:pathLst>
                  <a:path extrusionOk="0" h="276202" w="67555">
                    <a:moveTo>
                      <a:pt x="0" y="0"/>
                    </a:moveTo>
                    <a:lnTo>
                      <a:pt x="67555" y="0"/>
                    </a:lnTo>
                    <a:lnTo>
                      <a:pt x="67555" y="276202"/>
                    </a:lnTo>
                    <a:lnTo>
                      <a:pt x="0" y="276202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523" name="Google Shape;523;p31"/>
              <p:cNvSpPr txBox="1"/>
              <p:nvPr/>
            </p:nvSpPr>
            <p:spPr>
              <a:xfrm>
                <a:off x="0" y="-57150"/>
                <a:ext cx="67555" cy="333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4" name="Google Shape;524;p31"/>
            <p:cNvGrpSpPr/>
            <p:nvPr/>
          </p:nvGrpSpPr>
          <p:grpSpPr>
            <a:xfrm>
              <a:off x="585067" y="296577"/>
              <a:ext cx="38007" cy="370831"/>
              <a:chOff x="0" y="-57150"/>
              <a:chExt cx="44868" cy="437779"/>
            </a:xfrm>
          </p:grpSpPr>
          <p:sp>
            <p:nvSpPr>
              <p:cNvPr id="525" name="Google Shape;525;p31"/>
              <p:cNvSpPr/>
              <p:nvPr/>
            </p:nvSpPr>
            <p:spPr>
              <a:xfrm>
                <a:off x="0" y="0"/>
                <a:ext cx="44868" cy="380629"/>
              </a:xfrm>
              <a:custGeom>
                <a:rect b="b" l="l" r="r" t="t"/>
                <a:pathLst>
                  <a:path extrusionOk="0" h="380629" w="44868">
                    <a:moveTo>
                      <a:pt x="0" y="0"/>
                    </a:moveTo>
                    <a:lnTo>
                      <a:pt x="44868" y="0"/>
                    </a:lnTo>
                    <a:lnTo>
                      <a:pt x="44868" y="380629"/>
                    </a:lnTo>
                    <a:lnTo>
                      <a:pt x="0" y="380629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526" name="Google Shape;526;p31"/>
              <p:cNvSpPr txBox="1"/>
              <p:nvPr/>
            </p:nvSpPr>
            <p:spPr>
              <a:xfrm>
                <a:off x="0" y="-57150"/>
                <a:ext cx="44868" cy="4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7" name="Google Shape;527;p31"/>
            <p:cNvGrpSpPr/>
            <p:nvPr/>
          </p:nvGrpSpPr>
          <p:grpSpPr>
            <a:xfrm rot="-5400000">
              <a:off x="631622" y="250022"/>
              <a:ext cx="44811" cy="234742"/>
              <a:chOff x="0" y="-57150"/>
              <a:chExt cx="52901" cy="277121"/>
            </a:xfrm>
          </p:grpSpPr>
          <p:sp>
            <p:nvSpPr>
              <p:cNvPr id="528" name="Google Shape;528;p31"/>
              <p:cNvSpPr/>
              <p:nvPr/>
            </p:nvSpPr>
            <p:spPr>
              <a:xfrm>
                <a:off x="0" y="0"/>
                <a:ext cx="52901" cy="219971"/>
              </a:xfrm>
              <a:custGeom>
                <a:rect b="b" l="l" r="r" t="t"/>
                <a:pathLst>
                  <a:path extrusionOk="0" h="219971" w="52901">
                    <a:moveTo>
                      <a:pt x="0" y="0"/>
                    </a:moveTo>
                    <a:lnTo>
                      <a:pt x="52901" y="0"/>
                    </a:lnTo>
                    <a:lnTo>
                      <a:pt x="52901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529" name="Google Shape;529;p31"/>
              <p:cNvSpPr txBox="1"/>
              <p:nvPr/>
            </p:nvSpPr>
            <p:spPr>
              <a:xfrm>
                <a:off x="0" y="-57150"/>
                <a:ext cx="52901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0" name="Google Shape;530;p31"/>
            <p:cNvGrpSpPr/>
            <p:nvPr/>
          </p:nvGrpSpPr>
          <p:grpSpPr>
            <a:xfrm rot="-5400000">
              <a:off x="636045" y="531979"/>
              <a:ext cx="35965" cy="234742"/>
              <a:chOff x="0" y="-57150"/>
              <a:chExt cx="42458" cy="277121"/>
            </a:xfrm>
          </p:grpSpPr>
          <p:sp>
            <p:nvSpPr>
              <p:cNvPr id="531" name="Google Shape;531;p31"/>
              <p:cNvSpPr/>
              <p:nvPr/>
            </p:nvSpPr>
            <p:spPr>
              <a:xfrm>
                <a:off x="0" y="0"/>
                <a:ext cx="42458" cy="219971"/>
              </a:xfrm>
              <a:custGeom>
                <a:rect b="b" l="l" r="r" t="t"/>
                <a:pathLst>
                  <a:path extrusionOk="0" h="219971" w="42458">
                    <a:moveTo>
                      <a:pt x="0" y="0"/>
                    </a:moveTo>
                    <a:lnTo>
                      <a:pt x="42458" y="0"/>
                    </a:lnTo>
                    <a:lnTo>
                      <a:pt x="42458" y="219971"/>
                    </a:lnTo>
                    <a:lnTo>
                      <a:pt x="0" y="21997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532" name="Google Shape;532;p31"/>
              <p:cNvSpPr txBox="1"/>
              <p:nvPr/>
            </p:nvSpPr>
            <p:spPr>
              <a:xfrm>
                <a:off x="0" y="-57150"/>
                <a:ext cx="42458" cy="277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" name="Google Shape;533;p31"/>
            <p:cNvGrpSpPr/>
            <p:nvPr/>
          </p:nvGrpSpPr>
          <p:grpSpPr>
            <a:xfrm>
              <a:off x="729990" y="531331"/>
              <a:ext cx="41409" cy="136077"/>
              <a:chOff x="0" y="-57150"/>
              <a:chExt cx="48885" cy="160644"/>
            </a:xfrm>
          </p:grpSpPr>
          <p:sp>
            <p:nvSpPr>
              <p:cNvPr id="534" name="Google Shape;534;p31"/>
              <p:cNvSpPr/>
              <p:nvPr/>
            </p:nvSpPr>
            <p:spPr>
              <a:xfrm>
                <a:off x="0" y="0"/>
                <a:ext cx="48885" cy="103494"/>
              </a:xfrm>
              <a:custGeom>
                <a:rect b="b" l="l" r="r" t="t"/>
                <a:pathLst>
                  <a:path extrusionOk="0" h="103494" w="48885">
                    <a:moveTo>
                      <a:pt x="0" y="0"/>
                    </a:moveTo>
                    <a:lnTo>
                      <a:pt x="48885" y="0"/>
                    </a:lnTo>
                    <a:lnTo>
                      <a:pt x="48885" y="103494"/>
                    </a:lnTo>
                    <a:lnTo>
                      <a:pt x="0" y="103494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535" name="Google Shape;535;p31"/>
              <p:cNvSpPr txBox="1"/>
              <p:nvPr/>
            </p:nvSpPr>
            <p:spPr>
              <a:xfrm>
                <a:off x="0" y="-57150"/>
                <a:ext cx="48885" cy="1606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6" name="Google Shape;536;p31"/>
            <p:cNvGrpSpPr/>
            <p:nvPr/>
          </p:nvGrpSpPr>
          <p:grpSpPr>
            <a:xfrm rot="-5400000">
              <a:off x="728531" y="342847"/>
              <a:ext cx="39454" cy="133355"/>
              <a:chOff x="0" y="-57150"/>
              <a:chExt cx="46576" cy="157431"/>
            </a:xfrm>
          </p:grpSpPr>
          <p:sp>
            <p:nvSpPr>
              <p:cNvPr id="537" name="Google Shape;537;p31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538" name="Google Shape;538;p31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9" name="Google Shape;539;p31"/>
            <p:cNvGrpSpPr/>
            <p:nvPr/>
          </p:nvGrpSpPr>
          <p:grpSpPr>
            <a:xfrm rot="-5400000">
              <a:off x="728531" y="532790"/>
              <a:ext cx="39454" cy="133355"/>
              <a:chOff x="0" y="-57150"/>
              <a:chExt cx="46576" cy="157431"/>
            </a:xfrm>
          </p:grpSpPr>
          <p:sp>
            <p:nvSpPr>
              <p:cNvPr id="540" name="Google Shape;540;p31"/>
              <p:cNvSpPr/>
              <p:nvPr/>
            </p:nvSpPr>
            <p:spPr>
              <a:xfrm>
                <a:off x="0" y="0"/>
                <a:ext cx="46576" cy="100281"/>
              </a:xfrm>
              <a:custGeom>
                <a:rect b="b" l="l" r="r" t="t"/>
                <a:pathLst>
                  <a:path extrusionOk="0" h="100281" w="46576">
                    <a:moveTo>
                      <a:pt x="0" y="0"/>
                    </a:moveTo>
                    <a:lnTo>
                      <a:pt x="46576" y="0"/>
                    </a:lnTo>
                    <a:lnTo>
                      <a:pt x="46576" y="100281"/>
                    </a:lnTo>
                    <a:lnTo>
                      <a:pt x="0" y="10028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541" name="Google Shape;541;p31"/>
              <p:cNvSpPr txBox="1"/>
              <p:nvPr/>
            </p:nvSpPr>
            <p:spPr>
              <a:xfrm>
                <a:off x="0" y="-57150"/>
                <a:ext cx="46576" cy="157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2" name="Google Shape;542;p31"/>
            <p:cNvGrpSpPr/>
            <p:nvPr/>
          </p:nvGrpSpPr>
          <p:grpSpPr>
            <a:xfrm>
              <a:off x="729990" y="296577"/>
              <a:ext cx="40743" cy="124190"/>
              <a:chOff x="0" y="-57150"/>
              <a:chExt cx="48099" cy="146611"/>
            </a:xfrm>
          </p:grpSpPr>
          <p:sp>
            <p:nvSpPr>
              <p:cNvPr id="543" name="Google Shape;543;p31"/>
              <p:cNvSpPr/>
              <p:nvPr/>
            </p:nvSpPr>
            <p:spPr>
              <a:xfrm>
                <a:off x="0" y="0"/>
                <a:ext cx="48099" cy="89461"/>
              </a:xfrm>
              <a:custGeom>
                <a:rect b="b" l="l" r="r" t="t"/>
                <a:pathLst>
                  <a:path extrusionOk="0" h="89461" w="48099">
                    <a:moveTo>
                      <a:pt x="0" y="0"/>
                    </a:moveTo>
                    <a:lnTo>
                      <a:pt x="48099" y="0"/>
                    </a:lnTo>
                    <a:lnTo>
                      <a:pt x="48099" y="89461"/>
                    </a:lnTo>
                    <a:lnTo>
                      <a:pt x="0" y="89461"/>
                    </a:lnTo>
                    <a:close/>
                  </a:path>
                </a:pathLst>
              </a:custGeom>
              <a:solidFill>
                <a:srgbClr val="3B48F1"/>
              </a:solidFill>
              <a:ln>
                <a:noFill/>
              </a:ln>
            </p:spPr>
          </p:sp>
          <p:sp>
            <p:nvSpPr>
              <p:cNvPr id="544" name="Google Shape;544;p31"/>
              <p:cNvSpPr txBox="1"/>
              <p:nvPr/>
            </p:nvSpPr>
            <p:spPr>
              <a:xfrm>
                <a:off x="0" y="-57150"/>
                <a:ext cx="48099" cy="146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75" lIns="3675" spcFirstLastPara="1" rIns="3675" wrap="square" tIns="3675">
                <a:noAutofit/>
              </a:bodyPr>
              <a:lstStyle/>
              <a:p>
                <a:pPr indent="0" lvl="0" marL="0" marR="0" rtl="0" algn="ctr">
                  <a:lnSpc>
                    <a:spcPct val="21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45" name="Google Shape;545;p31"/>
          <p:cNvSpPr txBox="1"/>
          <p:nvPr/>
        </p:nvSpPr>
        <p:spPr>
          <a:xfrm>
            <a:off x="162872" y="1163319"/>
            <a:ext cx="86076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8750" lvl="1" marL="31750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Firecrawl : </a:t>
            </a:r>
            <a:r>
              <a:rPr lang="en" sz="1500" u="sng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Firecrawl - The Web Data API for AI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8750" lvl="1" marL="31750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Char char="•"/>
            </a:pPr>
            <a:r>
              <a:rPr lang="en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The Founder’s Playbook - From Idea to Impact.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8750" lvl="1" marL="31750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Char char="•"/>
            </a:pPr>
            <a:r>
              <a:rPr lang="en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Google Gemini : </a:t>
            </a:r>
            <a:r>
              <a:rPr lang="en" sz="1500" u="sng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https://gemini.google.com</a:t>
            </a:r>
            <a:endParaRPr sz="1500" u="sng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158750" lvl="1" marL="31750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Char char="•"/>
            </a:pPr>
            <a:r>
              <a:rPr lang="en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Perplexity AI : </a:t>
            </a:r>
            <a:r>
              <a:rPr lang="en" sz="1500" u="sng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https://www.perplexity.ai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8750" lvl="1" marL="31750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Char char="•"/>
            </a:pPr>
            <a:r>
              <a:rPr lang="en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Supabase : </a:t>
            </a:r>
            <a:r>
              <a:rPr lang="en" sz="1500" u="sng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Supabase | The Postgres Development Platform.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8750" lvl="1" marL="31750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Char char="•"/>
            </a:pPr>
            <a:r>
              <a:rPr lang="en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ScienceDirect : </a:t>
            </a:r>
            <a:r>
              <a:rPr lang="en" sz="1500" u="sng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https://www.sciencedirect.com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58750" lvl="1" marL="31750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Char char="•"/>
            </a:pPr>
            <a:r>
              <a:rPr lang="en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Claude : </a:t>
            </a:r>
            <a:r>
              <a:rPr lang="en" sz="1500" u="sng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https://www.claude.ai</a:t>
            </a:r>
            <a:endParaRPr sz="1500" u="sng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6" name="Google Shape;546;p31"/>
          <p:cNvSpPr txBox="1"/>
          <p:nvPr/>
        </p:nvSpPr>
        <p:spPr>
          <a:xfrm>
            <a:off x="162863" y="244125"/>
            <a:ext cx="86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RESEARCH AND REFERENCES : </a:t>
            </a:r>
            <a:endParaRPr b="1" sz="16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F2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2"/>
          <p:cNvSpPr/>
          <p:nvPr/>
        </p:nvSpPr>
        <p:spPr>
          <a:xfrm rot="10800000">
            <a:off x="4541806" y="-21488"/>
            <a:ext cx="4602194" cy="4650638"/>
          </a:xfrm>
          <a:custGeom>
            <a:rect b="b" l="l" r="r" t="t"/>
            <a:pathLst>
              <a:path extrusionOk="0" h="9301276" w="9204388">
                <a:moveTo>
                  <a:pt x="9204388" y="9301276"/>
                </a:moveTo>
                <a:lnTo>
                  <a:pt x="0" y="9301276"/>
                </a:lnTo>
                <a:lnTo>
                  <a:pt x="0" y="0"/>
                </a:lnTo>
                <a:lnTo>
                  <a:pt x="9204388" y="0"/>
                </a:lnTo>
                <a:lnTo>
                  <a:pt x="9204388" y="9301276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2" name="Google Shape;552;p32"/>
          <p:cNvSpPr txBox="1"/>
          <p:nvPr/>
        </p:nvSpPr>
        <p:spPr>
          <a:xfrm>
            <a:off x="811760" y="251184"/>
            <a:ext cx="1021916" cy="535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B48F1"/>
                </a:solidFill>
                <a:latin typeface="Arial"/>
                <a:ea typeface="Arial"/>
                <a:cs typeface="Arial"/>
                <a:sym typeface="Arial"/>
              </a:rPr>
              <a:t>SNUC</a:t>
            </a:r>
            <a:endParaRPr sz="700"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3B48F1"/>
                </a:solidFill>
                <a:latin typeface="Arial"/>
                <a:ea typeface="Arial"/>
                <a:cs typeface="Arial"/>
                <a:sym typeface="Arial"/>
              </a:rPr>
              <a:t>HACKS ‘26</a:t>
            </a:r>
            <a:endParaRPr sz="700"/>
          </a:p>
        </p:txBody>
      </p:sp>
      <p:grpSp>
        <p:nvGrpSpPr>
          <p:cNvPr id="553" name="Google Shape;553;p32"/>
          <p:cNvGrpSpPr/>
          <p:nvPr/>
        </p:nvGrpSpPr>
        <p:grpSpPr>
          <a:xfrm>
            <a:off x="219899" y="192546"/>
            <a:ext cx="528848" cy="577960"/>
            <a:chOff x="0" y="-47625"/>
            <a:chExt cx="512828" cy="560453"/>
          </a:xfrm>
        </p:grpSpPr>
        <p:sp>
          <p:nvSpPr>
            <p:cNvPr id="554" name="Google Shape;554;p32"/>
            <p:cNvSpPr/>
            <p:nvPr/>
          </p:nvSpPr>
          <p:spPr>
            <a:xfrm>
              <a:off x="0" y="0"/>
              <a:ext cx="512828" cy="512828"/>
            </a:xfrm>
            <a:custGeom>
              <a:rect b="b" l="l" r="r" t="t"/>
              <a:pathLst>
                <a:path extrusionOk="0" h="512828" w="512828">
                  <a:moveTo>
                    <a:pt x="36598" y="0"/>
                  </a:moveTo>
                  <a:lnTo>
                    <a:pt x="476230" y="0"/>
                  </a:lnTo>
                  <a:cubicBezTo>
                    <a:pt x="485936" y="0"/>
                    <a:pt x="495245" y="3856"/>
                    <a:pt x="502109" y="10719"/>
                  </a:cubicBezTo>
                  <a:cubicBezTo>
                    <a:pt x="508972" y="17583"/>
                    <a:pt x="512828" y="26892"/>
                    <a:pt x="512828" y="36598"/>
                  </a:cubicBezTo>
                  <a:lnTo>
                    <a:pt x="512828" y="476230"/>
                  </a:lnTo>
                  <a:cubicBezTo>
                    <a:pt x="512828" y="485936"/>
                    <a:pt x="508972" y="495245"/>
                    <a:pt x="502109" y="502109"/>
                  </a:cubicBezTo>
                  <a:cubicBezTo>
                    <a:pt x="495245" y="508972"/>
                    <a:pt x="485936" y="512828"/>
                    <a:pt x="476230" y="512828"/>
                  </a:cubicBezTo>
                  <a:lnTo>
                    <a:pt x="36598" y="512828"/>
                  </a:lnTo>
                  <a:cubicBezTo>
                    <a:pt x="16386" y="512828"/>
                    <a:pt x="0" y="496443"/>
                    <a:pt x="0" y="476230"/>
                  </a:cubicBezTo>
                  <a:lnTo>
                    <a:pt x="0" y="36598"/>
                  </a:lnTo>
                  <a:cubicBezTo>
                    <a:pt x="0" y="26892"/>
                    <a:pt x="3856" y="17583"/>
                    <a:pt x="10719" y="10719"/>
                  </a:cubicBezTo>
                  <a:cubicBezTo>
                    <a:pt x="17583" y="3856"/>
                    <a:pt x="26892" y="0"/>
                    <a:pt x="36598" y="0"/>
                  </a:cubicBezTo>
                  <a:close/>
                </a:path>
              </a:pathLst>
            </a:custGeom>
            <a:solidFill>
              <a:srgbClr val="3B48F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2"/>
            <p:cNvSpPr txBox="1"/>
            <p:nvPr/>
          </p:nvSpPr>
          <p:spPr>
            <a:xfrm>
              <a:off x="0" y="-47625"/>
              <a:ext cx="512828" cy="5604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56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6" name="Google Shape;556;p32"/>
          <p:cNvGrpSpPr/>
          <p:nvPr/>
        </p:nvGrpSpPr>
        <p:grpSpPr>
          <a:xfrm>
            <a:off x="422226" y="393789"/>
            <a:ext cx="21793" cy="69824"/>
            <a:chOff x="0" y="-57150"/>
            <a:chExt cx="48885" cy="156628"/>
          </a:xfrm>
        </p:grpSpPr>
        <p:sp>
          <p:nvSpPr>
            <p:cNvPr id="557" name="Google Shape;557;p32"/>
            <p:cNvSpPr/>
            <p:nvPr/>
          </p:nvSpPr>
          <p:spPr>
            <a:xfrm>
              <a:off x="0" y="0"/>
              <a:ext cx="48885" cy="99478"/>
            </a:xfrm>
            <a:custGeom>
              <a:rect b="b" l="l" r="r" t="t"/>
              <a:pathLst>
                <a:path extrusionOk="0" h="99478" w="48885">
                  <a:moveTo>
                    <a:pt x="0" y="0"/>
                  </a:moveTo>
                  <a:lnTo>
                    <a:pt x="48885" y="0"/>
                  </a:lnTo>
                  <a:lnTo>
                    <a:pt x="48885" y="99478"/>
                  </a:lnTo>
                  <a:lnTo>
                    <a:pt x="0" y="994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58" name="Google Shape;558;p32"/>
            <p:cNvSpPr txBox="1"/>
            <p:nvPr/>
          </p:nvSpPr>
          <p:spPr>
            <a:xfrm>
              <a:off x="0" y="-57150"/>
              <a:ext cx="48885" cy="1566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75" lIns="5975" spcFirstLastPara="1" rIns="5975" wrap="square" tIns="5975">
              <a:noAutofit/>
            </a:bodyPr>
            <a:lstStyle/>
            <a:p>
              <a:pPr indent="0" lvl="0" marL="0" marR="0" rtl="0" algn="ctr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9" name="Google Shape;559;p32"/>
          <p:cNvGrpSpPr/>
          <p:nvPr/>
        </p:nvGrpSpPr>
        <p:grpSpPr>
          <a:xfrm rot="-5400000">
            <a:off x="421458" y="518102"/>
            <a:ext cx="20764" cy="70182"/>
            <a:chOff x="0" y="-57150"/>
            <a:chExt cx="46576" cy="157431"/>
          </a:xfrm>
        </p:grpSpPr>
        <p:sp>
          <p:nvSpPr>
            <p:cNvPr id="560" name="Google Shape;560;p32"/>
            <p:cNvSpPr/>
            <p:nvPr/>
          </p:nvSpPr>
          <p:spPr>
            <a:xfrm>
              <a:off x="0" y="0"/>
              <a:ext cx="46576" cy="100281"/>
            </a:xfrm>
            <a:custGeom>
              <a:rect b="b" l="l" r="r" t="t"/>
              <a:pathLst>
                <a:path extrusionOk="0" h="100281" w="46576">
                  <a:moveTo>
                    <a:pt x="0" y="0"/>
                  </a:moveTo>
                  <a:lnTo>
                    <a:pt x="46576" y="0"/>
                  </a:lnTo>
                  <a:lnTo>
                    <a:pt x="46576" y="100281"/>
                  </a:lnTo>
                  <a:lnTo>
                    <a:pt x="0" y="1002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61" name="Google Shape;561;p32"/>
            <p:cNvSpPr txBox="1"/>
            <p:nvPr/>
          </p:nvSpPr>
          <p:spPr>
            <a:xfrm>
              <a:off x="0" y="-57150"/>
              <a:ext cx="46576" cy="157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75" lIns="5975" spcFirstLastPara="1" rIns="5975" wrap="square" tIns="5975">
              <a:noAutofit/>
            </a:bodyPr>
            <a:lstStyle/>
            <a:p>
              <a:pPr indent="0" lvl="0" marL="0" marR="0" rtl="0" algn="ctr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2" name="Google Shape;562;p32"/>
          <p:cNvGrpSpPr/>
          <p:nvPr/>
        </p:nvGrpSpPr>
        <p:grpSpPr>
          <a:xfrm>
            <a:off x="319867" y="416719"/>
            <a:ext cx="36091" cy="148606"/>
            <a:chOff x="0" y="-57150"/>
            <a:chExt cx="80958" cy="333352"/>
          </a:xfrm>
        </p:grpSpPr>
        <p:sp>
          <p:nvSpPr>
            <p:cNvPr id="563" name="Google Shape;563;p32"/>
            <p:cNvSpPr/>
            <p:nvPr/>
          </p:nvSpPr>
          <p:spPr>
            <a:xfrm>
              <a:off x="0" y="0"/>
              <a:ext cx="80958" cy="276202"/>
            </a:xfrm>
            <a:custGeom>
              <a:rect b="b" l="l" r="r" t="t"/>
              <a:pathLst>
                <a:path extrusionOk="0" h="276202" w="80958">
                  <a:moveTo>
                    <a:pt x="0" y="0"/>
                  </a:moveTo>
                  <a:lnTo>
                    <a:pt x="80958" y="0"/>
                  </a:lnTo>
                  <a:lnTo>
                    <a:pt x="80958" y="276202"/>
                  </a:lnTo>
                  <a:lnTo>
                    <a:pt x="0" y="2762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64" name="Google Shape;564;p32"/>
            <p:cNvSpPr txBox="1"/>
            <p:nvPr/>
          </p:nvSpPr>
          <p:spPr>
            <a:xfrm>
              <a:off x="0" y="-57150"/>
              <a:ext cx="80958" cy="333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75" lIns="5975" spcFirstLastPara="1" rIns="5975" wrap="square" tIns="5975">
              <a:noAutofit/>
            </a:bodyPr>
            <a:lstStyle/>
            <a:p>
              <a:pPr indent="0" lvl="0" marL="0" marR="0" rtl="0" algn="ctr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5" name="Google Shape;565;p32"/>
          <p:cNvGrpSpPr/>
          <p:nvPr/>
        </p:nvGrpSpPr>
        <p:grpSpPr>
          <a:xfrm>
            <a:off x="345957" y="393789"/>
            <a:ext cx="20002" cy="195160"/>
            <a:chOff x="0" y="-57150"/>
            <a:chExt cx="44868" cy="437779"/>
          </a:xfrm>
        </p:grpSpPr>
        <p:sp>
          <p:nvSpPr>
            <p:cNvPr id="566" name="Google Shape;566;p32"/>
            <p:cNvSpPr/>
            <p:nvPr/>
          </p:nvSpPr>
          <p:spPr>
            <a:xfrm>
              <a:off x="0" y="0"/>
              <a:ext cx="44868" cy="380629"/>
            </a:xfrm>
            <a:custGeom>
              <a:rect b="b" l="l" r="r" t="t"/>
              <a:pathLst>
                <a:path extrusionOk="0" h="380629" w="44868">
                  <a:moveTo>
                    <a:pt x="0" y="0"/>
                  </a:moveTo>
                  <a:lnTo>
                    <a:pt x="44868" y="0"/>
                  </a:lnTo>
                  <a:lnTo>
                    <a:pt x="44868" y="380629"/>
                  </a:lnTo>
                  <a:lnTo>
                    <a:pt x="0" y="3806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67" name="Google Shape;567;p32"/>
            <p:cNvSpPr txBox="1"/>
            <p:nvPr/>
          </p:nvSpPr>
          <p:spPr>
            <a:xfrm>
              <a:off x="0" y="-57150"/>
              <a:ext cx="44868" cy="4377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75" lIns="5975" spcFirstLastPara="1" rIns="5975" wrap="square" tIns="5975">
              <a:noAutofit/>
            </a:bodyPr>
            <a:lstStyle/>
            <a:p>
              <a:pPr indent="0" lvl="0" marL="0" marR="0" rtl="0" algn="ctr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8" name="Google Shape;568;p32"/>
          <p:cNvGrpSpPr/>
          <p:nvPr/>
        </p:nvGrpSpPr>
        <p:grpSpPr>
          <a:xfrm rot="-5400000">
            <a:off x="370457" y="369288"/>
            <a:ext cx="23583" cy="123539"/>
            <a:chOff x="0" y="-57150"/>
            <a:chExt cx="52901" cy="277121"/>
          </a:xfrm>
        </p:grpSpPr>
        <p:sp>
          <p:nvSpPr>
            <p:cNvPr id="569" name="Google Shape;569;p32"/>
            <p:cNvSpPr/>
            <p:nvPr/>
          </p:nvSpPr>
          <p:spPr>
            <a:xfrm>
              <a:off x="0" y="0"/>
              <a:ext cx="52901" cy="219971"/>
            </a:xfrm>
            <a:custGeom>
              <a:rect b="b" l="l" r="r" t="t"/>
              <a:pathLst>
                <a:path extrusionOk="0" h="219971" w="52901">
                  <a:moveTo>
                    <a:pt x="0" y="0"/>
                  </a:moveTo>
                  <a:lnTo>
                    <a:pt x="52901" y="0"/>
                  </a:lnTo>
                  <a:lnTo>
                    <a:pt x="52901" y="219971"/>
                  </a:lnTo>
                  <a:lnTo>
                    <a:pt x="0" y="2199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70" name="Google Shape;570;p32"/>
            <p:cNvSpPr txBox="1"/>
            <p:nvPr/>
          </p:nvSpPr>
          <p:spPr>
            <a:xfrm>
              <a:off x="0" y="-57150"/>
              <a:ext cx="52901" cy="2771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75" lIns="5975" spcFirstLastPara="1" rIns="5975" wrap="square" tIns="5975">
              <a:noAutofit/>
            </a:bodyPr>
            <a:lstStyle/>
            <a:p>
              <a:pPr indent="0" lvl="0" marL="0" marR="0" rtl="0" algn="ctr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1" name="Google Shape;571;p32"/>
          <p:cNvGrpSpPr/>
          <p:nvPr/>
        </p:nvGrpSpPr>
        <p:grpSpPr>
          <a:xfrm rot="-5400000">
            <a:off x="372785" y="517675"/>
            <a:ext cx="18927" cy="123539"/>
            <a:chOff x="0" y="-57150"/>
            <a:chExt cx="42458" cy="277121"/>
          </a:xfrm>
        </p:grpSpPr>
        <p:sp>
          <p:nvSpPr>
            <p:cNvPr id="572" name="Google Shape;572;p32"/>
            <p:cNvSpPr/>
            <p:nvPr/>
          </p:nvSpPr>
          <p:spPr>
            <a:xfrm>
              <a:off x="0" y="0"/>
              <a:ext cx="42458" cy="219971"/>
            </a:xfrm>
            <a:custGeom>
              <a:rect b="b" l="l" r="r" t="t"/>
              <a:pathLst>
                <a:path extrusionOk="0" h="219971" w="42458">
                  <a:moveTo>
                    <a:pt x="0" y="0"/>
                  </a:moveTo>
                  <a:lnTo>
                    <a:pt x="42458" y="0"/>
                  </a:lnTo>
                  <a:lnTo>
                    <a:pt x="42458" y="219971"/>
                  </a:lnTo>
                  <a:lnTo>
                    <a:pt x="0" y="2199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73" name="Google Shape;573;p32"/>
            <p:cNvSpPr txBox="1"/>
            <p:nvPr/>
          </p:nvSpPr>
          <p:spPr>
            <a:xfrm>
              <a:off x="0" y="-57150"/>
              <a:ext cx="42458" cy="2771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75" lIns="5975" spcFirstLastPara="1" rIns="5975" wrap="square" tIns="5975">
              <a:noAutofit/>
            </a:bodyPr>
            <a:lstStyle/>
            <a:p>
              <a:pPr indent="0" lvl="0" marL="0" marR="0" rtl="0" algn="ctr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4" name="Google Shape;574;p32"/>
          <p:cNvGrpSpPr/>
          <p:nvPr/>
        </p:nvGrpSpPr>
        <p:grpSpPr>
          <a:xfrm>
            <a:off x="422226" y="517334"/>
            <a:ext cx="21793" cy="71614"/>
            <a:chOff x="0" y="-57150"/>
            <a:chExt cx="48885" cy="160644"/>
          </a:xfrm>
        </p:grpSpPr>
        <p:sp>
          <p:nvSpPr>
            <p:cNvPr id="575" name="Google Shape;575;p32"/>
            <p:cNvSpPr/>
            <p:nvPr/>
          </p:nvSpPr>
          <p:spPr>
            <a:xfrm>
              <a:off x="0" y="0"/>
              <a:ext cx="48885" cy="103494"/>
            </a:xfrm>
            <a:custGeom>
              <a:rect b="b" l="l" r="r" t="t"/>
              <a:pathLst>
                <a:path extrusionOk="0" h="103494" w="48885">
                  <a:moveTo>
                    <a:pt x="0" y="0"/>
                  </a:moveTo>
                  <a:lnTo>
                    <a:pt x="48885" y="0"/>
                  </a:lnTo>
                  <a:lnTo>
                    <a:pt x="48885" y="103494"/>
                  </a:lnTo>
                  <a:lnTo>
                    <a:pt x="0" y="1034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76" name="Google Shape;576;p32"/>
            <p:cNvSpPr txBox="1"/>
            <p:nvPr/>
          </p:nvSpPr>
          <p:spPr>
            <a:xfrm>
              <a:off x="0" y="-57150"/>
              <a:ext cx="48885" cy="1606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75" lIns="5975" spcFirstLastPara="1" rIns="5975" wrap="square" tIns="5975">
              <a:noAutofit/>
            </a:bodyPr>
            <a:lstStyle/>
            <a:p>
              <a:pPr indent="0" lvl="0" marL="0" marR="0" rtl="0" algn="ctr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7" name="Google Shape;577;p32"/>
          <p:cNvGrpSpPr/>
          <p:nvPr/>
        </p:nvGrpSpPr>
        <p:grpSpPr>
          <a:xfrm rot="-5400000">
            <a:off x="421458" y="418140"/>
            <a:ext cx="20764" cy="70182"/>
            <a:chOff x="0" y="-57150"/>
            <a:chExt cx="46576" cy="157431"/>
          </a:xfrm>
        </p:grpSpPr>
        <p:sp>
          <p:nvSpPr>
            <p:cNvPr id="578" name="Google Shape;578;p32"/>
            <p:cNvSpPr/>
            <p:nvPr/>
          </p:nvSpPr>
          <p:spPr>
            <a:xfrm>
              <a:off x="0" y="0"/>
              <a:ext cx="46576" cy="100281"/>
            </a:xfrm>
            <a:custGeom>
              <a:rect b="b" l="l" r="r" t="t"/>
              <a:pathLst>
                <a:path extrusionOk="0" h="100281" w="46576">
                  <a:moveTo>
                    <a:pt x="0" y="0"/>
                  </a:moveTo>
                  <a:lnTo>
                    <a:pt x="46576" y="0"/>
                  </a:lnTo>
                  <a:lnTo>
                    <a:pt x="46576" y="100281"/>
                  </a:lnTo>
                  <a:lnTo>
                    <a:pt x="0" y="1002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79" name="Google Shape;579;p32"/>
            <p:cNvSpPr txBox="1"/>
            <p:nvPr/>
          </p:nvSpPr>
          <p:spPr>
            <a:xfrm>
              <a:off x="0" y="-57150"/>
              <a:ext cx="46576" cy="157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75" lIns="5975" spcFirstLastPara="1" rIns="5975" wrap="square" tIns="5975">
              <a:noAutofit/>
            </a:bodyPr>
            <a:lstStyle/>
            <a:p>
              <a:pPr indent="0" lvl="0" marL="0" marR="0" rtl="0" algn="ctr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0" name="Google Shape;580;p32"/>
          <p:cNvGrpSpPr/>
          <p:nvPr/>
        </p:nvGrpSpPr>
        <p:grpSpPr>
          <a:xfrm>
            <a:off x="501716" y="420670"/>
            <a:ext cx="30116" cy="148606"/>
            <a:chOff x="0" y="-57150"/>
            <a:chExt cx="67555" cy="333352"/>
          </a:xfrm>
        </p:grpSpPr>
        <p:sp>
          <p:nvSpPr>
            <p:cNvPr id="581" name="Google Shape;581;p32"/>
            <p:cNvSpPr/>
            <p:nvPr/>
          </p:nvSpPr>
          <p:spPr>
            <a:xfrm>
              <a:off x="0" y="0"/>
              <a:ext cx="67555" cy="276202"/>
            </a:xfrm>
            <a:custGeom>
              <a:rect b="b" l="l" r="r" t="t"/>
              <a:pathLst>
                <a:path extrusionOk="0" h="276202" w="67555">
                  <a:moveTo>
                    <a:pt x="0" y="0"/>
                  </a:moveTo>
                  <a:lnTo>
                    <a:pt x="67555" y="0"/>
                  </a:lnTo>
                  <a:lnTo>
                    <a:pt x="67555" y="276202"/>
                  </a:lnTo>
                  <a:lnTo>
                    <a:pt x="0" y="2762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82" name="Google Shape;582;p32"/>
            <p:cNvSpPr txBox="1"/>
            <p:nvPr/>
          </p:nvSpPr>
          <p:spPr>
            <a:xfrm>
              <a:off x="0" y="-57150"/>
              <a:ext cx="67555" cy="333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75" lIns="5975" spcFirstLastPara="1" rIns="5975" wrap="square" tIns="5975">
              <a:noAutofit/>
            </a:bodyPr>
            <a:lstStyle/>
            <a:p>
              <a:pPr indent="0" lvl="0" marL="0" marR="0" rtl="0" algn="ctr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3" name="Google Shape;583;p32"/>
          <p:cNvGrpSpPr/>
          <p:nvPr/>
        </p:nvGrpSpPr>
        <p:grpSpPr>
          <a:xfrm>
            <a:off x="527806" y="397740"/>
            <a:ext cx="20002" cy="195160"/>
            <a:chOff x="0" y="-57150"/>
            <a:chExt cx="44868" cy="437779"/>
          </a:xfrm>
        </p:grpSpPr>
        <p:sp>
          <p:nvSpPr>
            <p:cNvPr id="584" name="Google Shape;584;p32"/>
            <p:cNvSpPr/>
            <p:nvPr/>
          </p:nvSpPr>
          <p:spPr>
            <a:xfrm>
              <a:off x="0" y="0"/>
              <a:ext cx="44868" cy="380629"/>
            </a:xfrm>
            <a:custGeom>
              <a:rect b="b" l="l" r="r" t="t"/>
              <a:pathLst>
                <a:path extrusionOk="0" h="380629" w="44868">
                  <a:moveTo>
                    <a:pt x="0" y="0"/>
                  </a:moveTo>
                  <a:lnTo>
                    <a:pt x="44868" y="0"/>
                  </a:lnTo>
                  <a:lnTo>
                    <a:pt x="44868" y="380629"/>
                  </a:lnTo>
                  <a:lnTo>
                    <a:pt x="0" y="3806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85" name="Google Shape;585;p32"/>
            <p:cNvSpPr txBox="1"/>
            <p:nvPr/>
          </p:nvSpPr>
          <p:spPr>
            <a:xfrm>
              <a:off x="0" y="-57150"/>
              <a:ext cx="44868" cy="4377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75" lIns="5975" spcFirstLastPara="1" rIns="5975" wrap="square" tIns="5975">
              <a:noAutofit/>
            </a:bodyPr>
            <a:lstStyle/>
            <a:p>
              <a:pPr indent="0" lvl="0" marL="0" marR="0" rtl="0" algn="ctr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6" name="Google Shape;586;p32"/>
          <p:cNvGrpSpPr/>
          <p:nvPr/>
        </p:nvGrpSpPr>
        <p:grpSpPr>
          <a:xfrm rot="-5400000">
            <a:off x="552306" y="373239"/>
            <a:ext cx="23583" cy="123539"/>
            <a:chOff x="0" y="-57150"/>
            <a:chExt cx="52901" cy="277121"/>
          </a:xfrm>
        </p:grpSpPr>
        <p:sp>
          <p:nvSpPr>
            <p:cNvPr id="587" name="Google Shape;587;p32"/>
            <p:cNvSpPr/>
            <p:nvPr/>
          </p:nvSpPr>
          <p:spPr>
            <a:xfrm>
              <a:off x="0" y="0"/>
              <a:ext cx="52901" cy="219971"/>
            </a:xfrm>
            <a:custGeom>
              <a:rect b="b" l="l" r="r" t="t"/>
              <a:pathLst>
                <a:path extrusionOk="0" h="219971" w="52901">
                  <a:moveTo>
                    <a:pt x="0" y="0"/>
                  </a:moveTo>
                  <a:lnTo>
                    <a:pt x="52901" y="0"/>
                  </a:lnTo>
                  <a:lnTo>
                    <a:pt x="52901" y="219971"/>
                  </a:lnTo>
                  <a:lnTo>
                    <a:pt x="0" y="2199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88" name="Google Shape;588;p32"/>
            <p:cNvSpPr txBox="1"/>
            <p:nvPr/>
          </p:nvSpPr>
          <p:spPr>
            <a:xfrm>
              <a:off x="0" y="-57150"/>
              <a:ext cx="52901" cy="2771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75" lIns="5975" spcFirstLastPara="1" rIns="5975" wrap="square" tIns="5975">
              <a:noAutofit/>
            </a:bodyPr>
            <a:lstStyle/>
            <a:p>
              <a:pPr indent="0" lvl="0" marL="0" marR="0" rtl="0" algn="ctr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9" name="Google Shape;589;p32"/>
          <p:cNvGrpSpPr/>
          <p:nvPr/>
        </p:nvGrpSpPr>
        <p:grpSpPr>
          <a:xfrm rot="-5400000">
            <a:off x="554634" y="521626"/>
            <a:ext cx="18927" cy="123539"/>
            <a:chOff x="0" y="-57150"/>
            <a:chExt cx="42458" cy="277121"/>
          </a:xfrm>
        </p:grpSpPr>
        <p:sp>
          <p:nvSpPr>
            <p:cNvPr id="590" name="Google Shape;590;p32"/>
            <p:cNvSpPr/>
            <p:nvPr/>
          </p:nvSpPr>
          <p:spPr>
            <a:xfrm>
              <a:off x="0" y="0"/>
              <a:ext cx="42458" cy="219971"/>
            </a:xfrm>
            <a:custGeom>
              <a:rect b="b" l="l" r="r" t="t"/>
              <a:pathLst>
                <a:path extrusionOk="0" h="219971" w="42458">
                  <a:moveTo>
                    <a:pt x="0" y="0"/>
                  </a:moveTo>
                  <a:lnTo>
                    <a:pt x="42458" y="0"/>
                  </a:lnTo>
                  <a:lnTo>
                    <a:pt x="42458" y="219971"/>
                  </a:lnTo>
                  <a:lnTo>
                    <a:pt x="0" y="2199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91" name="Google Shape;591;p32"/>
            <p:cNvSpPr txBox="1"/>
            <p:nvPr/>
          </p:nvSpPr>
          <p:spPr>
            <a:xfrm>
              <a:off x="0" y="-57150"/>
              <a:ext cx="42458" cy="2771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75" lIns="5975" spcFirstLastPara="1" rIns="5975" wrap="square" tIns="5975">
              <a:noAutofit/>
            </a:bodyPr>
            <a:lstStyle/>
            <a:p>
              <a:pPr indent="0" lvl="0" marL="0" marR="0" rtl="0" algn="ctr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2" name="Google Shape;592;p32"/>
          <p:cNvGrpSpPr/>
          <p:nvPr/>
        </p:nvGrpSpPr>
        <p:grpSpPr>
          <a:xfrm>
            <a:off x="604074" y="521285"/>
            <a:ext cx="21793" cy="71614"/>
            <a:chOff x="0" y="-57150"/>
            <a:chExt cx="48885" cy="160644"/>
          </a:xfrm>
        </p:grpSpPr>
        <p:sp>
          <p:nvSpPr>
            <p:cNvPr id="593" name="Google Shape;593;p32"/>
            <p:cNvSpPr/>
            <p:nvPr/>
          </p:nvSpPr>
          <p:spPr>
            <a:xfrm>
              <a:off x="0" y="0"/>
              <a:ext cx="48885" cy="103494"/>
            </a:xfrm>
            <a:custGeom>
              <a:rect b="b" l="l" r="r" t="t"/>
              <a:pathLst>
                <a:path extrusionOk="0" h="103494" w="48885">
                  <a:moveTo>
                    <a:pt x="0" y="0"/>
                  </a:moveTo>
                  <a:lnTo>
                    <a:pt x="48885" y="0"/>
                  </a:lnTo>
                  <a:lnTo>
                    <a:pt x="48885" y="103494"/>
                  </a:lnTo>
                  <a:lnTo>
                    <a:pt x="0" y="1034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94" name="Google Shape;594;p32"/>
            <p:cNvSpPr txBox="1"/>
            <p:nvPr/>
          </p:nvSpPr>
          <p:spPr>
            <a:xfrm>
              <a:off x="0" y="-57150"/>
              <a:ext cx="48885" cy="1606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75" lIns="5975" spcFirstLastPara="1" rIns="5975" wrap="square" tIns="5975">
              <a:noAutofit/>
            </a:bodyPr>
            <a:lstStyle/>
            <a:p>
              <a:pPr indent="0" lvl="0" marL="0" marR="0" rtl="0" algn="ctr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5" name="Google Shape;595;p32"/>
          <p:cNvGrpSpPr/>
          <p:nvPr/>
        </p:nvGrpSpPr>
        <p:grpSpPr>
          <a:xfrm rot="-5400000">
            <a:off x="603307" y="422091"/>
            <a:ext cx="20764" cy="70182"/>
            <a:chOff x="0" y="-57150"/>
            <a:chExt cx="46576" cy="157431"/>
          </a:xfrm>
        </p:grpSpPr>
        <p:sp>
          <p:nvSpPr>
            <p:cNvPr id="596" name="Google Shape;596;p32"/>
            <p:cNvSpPr/>
            <p:nvPr/>
          </p:nvSpPr>
          <p:spPr>
            <a:xfrm>
              <a:off x="0" y="0"/>
              <a:ext cx="46576" cy="100281"/>
            </a:xfrm>
            <a:custGeom>
              <a:rect b="b" l="l" r="r" t="t"/>
              <a:pathLst>
                <a:path extrusionOk="0" h="100281" w="46576">
                  <a:moveTo>
                    <a:pt x="0" y="0"/>
                  </a:moveTo>
                  <a:lnTo>
                    <a:pt x="46576" y="0"/>
                  </a:lnTo>
                  <a:lnTo>
                    <a:pt x="46576" y="100281"/>
                  </a:lnTo>
                  <a:lnTo>
                    <a:pt x="0" y="1002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97" name="Google Shape;597;p32"/>
            <p:cNvSpPr txBox="1"/>
            <p:nvPr/>
          </p:nvSpPr>
          <p:spPr>
            <a:xfrm>
              <a:off x="0" y="-57150"/>
              <a:ext cx="46576" cy="157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75" lIns="5975" spcFirstLastPara="1" rIns="5975" wrap="square" tIns="5975">
              <a:noAutofit/>
            </a:bodyPr>
            <a:lstStyle/>
            <a:p>
              <a:pPr indent="0" lvl="0" marL="0" marR="0" rtl="0" algn="ctr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8" name="Google Shape;598;p32"/>
          <p:cNvGrpSpPr/>
          <p:nvPr/>
        </p:nvGrpSpPr>
        <p:grpSpPr>
          <a:xfrm rot="-5400000">
            <a:off x="603307" y="522053"/>
            <a:ext cx="20764" cy="70182"/>
            <a:chOff x="0" y="-57150"/>
            <a:chExt cx="46576" cy="157431"/>
          </a:xfrm>
        </p:grpSpPr>
        <p:sp>
          <p:nvSpPr>
            <p:cNvPr id="599" name="Google Shape;599;p32"/>
            <p:cNvSpPr/>
            <p:nvPr/>
          </p:nvSpPr>
          <p:spPr>
            <a:xfrm>
              <a:off x="0" y="0"/>
              <a:ext cx="46576" cy="100281"/>
            </a:xfrm>
            <a:custGeom>
              <a:rect b="b" l="l" r="r" t="t"/>
              <a:pathLst>
                <a:path extrusionOk="0" h="100281" w="46576">
                  <a:moveTo>
                    <a:pt x="0" y="0"/>
                  </a:moveTo>
                  <a:lnTo>
                    <a:pt x="46576" y="0"/>
                  </a:lnTo>
                  <a:lnTo>
                    <a:pt x="46576" y="100281"/>
                  </a:lnTo>
                  <a:lnTo>
                    <a:pt x="0" y="1002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00" name="Google Shape;600;p32"/>
            <p:cNvSpPr txBox="1"/>
            <p:nvPr/>
          </p:nvSpPr>
          <p:spPr>
            <a:xfrm>
              <a:off x="0" y="-57150"/>
              <a:ext cx="46576" cy="157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75" lIns="5975" spcFirstLastPara="1" rIns="5975" wrap="square" tIns="5975">
              <a:noAutofit/>
            </a:bodyPr>
            <a:lstStyle/>
            <a:p>
              <a:pPr indent="0" lvl="0" marL="0" marR="0" rtl="0" algn="ctr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1" name="Google Shape;601;p32"/>
          <p:cNvGrpSpPr/>
          <p:nvPr/>
        </p:nvGrpSpPr>
        <p:grpSpPr>
          <a:xfrm>
            <a:off x="604075" y="397740"/>
            <a:ext cx="21442" cy="65358"/>
            <a:chOff x="0" y="-57150"/>
            <a:chExt cx="48099" cy="146611"/>
          </a:xfrm>
        </p:grpSpPr>
        <p:sp>
          <p:nvSpPr>
            <p:cNvPr id="602" name="Google Shape;602;p32"/>
            <p:cNvSpPr/>
            <p:nvPr/>
          </p:nvSpPr>
          <p:spPr>
            <a:xfrm>
              <a:off x="0" y="0"/>
              <a:ext cx="48099" cy="89461"/>
            </a:xfrm>
            <a:custGeom>
              <a:rect b="b" l="l" r="r" t="t"/>
              <a:pathLst>
                <a:path extrusionOk="0" h="89461" w="48099">
                  <a:moveTo>
                    <a:pt x="0" y="0"/>
                  </a:moveTo>
                  <a:lnTo>
                    <a:pt x="48099" y="0"/>
                  </a:lnTo>
                  <a:lnTo>
                    <a:pt x="48099" y="89461"/>
                  </a:lnTo>
                  <a:lnTo>
                    <a:pt x="0" y="894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03" name="Google Shape;603;p32"/>
            <p:cNvSpPr txBox="1"/>
            <p:nvPr/>
          </p:nvSpPr>
          <p:spPr>
            <a:xfrm>
              <a:off x="0" y="-57150"/>
              <a:ext cx="48099" cy="146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75" lIns="5975" spcFirstLastPara="1" rIns="5975" wrap="square" tIns="5975">
              <a:noAutofit/>
            </a:bodyPr>
            <a:lstStyle/>
            <a:p>
              <a:pPr indent="0" lvl="0" marL="0" marR="0" rtl="0" algn="ctr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4" name="Google Shape;604;p32"/>
          <p:cNvSpPr txBox="1"/>
          <p:nvPr/>
        </p:nvSpPr>
        <p:spPr>
          <a:xfrm>
            <a:off x="219899" y="1949857"/>
            <a:ext cx="409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3B48F1"/>
                </a:solidFill>
              </a:rPr>
              <a:t>THANK YOU!</a:t>
            </a:r>
            <a:endParaRPr b="1" sz="700"/>
          </a:p>
        </p:txBody>
      </p:sp>
      <p:sp>
        <p:nvSpPr>
          <p:cNvPr id="605" name="Google Shape;605;p32"/>
          <p:cNvSpPr txBox="1"/>
          <p:nvPr/>
        </p:nvSpPr>
        <p:spPr>
          <a:xfrm>
            <a:off x="219899" y="3976645"/>
            <a:ext cx="29901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B48F1"/>
                </a:solidFill>
                <a:latin typeface="Arial"/>
                <a:ea typeface="Arial"/>
                <a:cs typeface="Arial"/>
                <a:sym typeface="Arial"/>
              </a:rPr>
              <a:t>TEAM NAME: KAASILLA.CPP</a:t>
            </a:r>
            <a:endParaRPr sz="700"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B48F1"/>
                </a:solidFill>
                <a:latin typeface="Arial"/>
                <a:ea typeface="Arial"/>
                <a:cs typeface="Arial"/>
                <a:sym typeface="Arial"/>
              </a:rPr>
              <a:t>TEAM LEADER: ANGELIN ANTO</a:t>
            </a:r>
            <a:endParaRPr sz="700"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B48F1"/>
                </a:solidFill>
                <a:latin typeface="Arial"/>
                <a:ea typeface="Arial"/>
                <a:cs typeface="Arial"/>
                <a:sym typeface="Arial"/>
              </a:rPr>
              <a:t>PHONE NUMBER: 9791166036</a:t>
            </a:r>
            <a:endParaRPr sz="700"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3B48F1"/>
                </a:solidFill>
                <a:latin typeface="Arial"/>
                <a:ea typeface="Arial"/>
                <a:cs typeface="Arial"/>
                <a:sym typeface="Arial"/>
              </a:rPr>
              <a:t>ROOM NO: </a:t>
            </a:r>
            <a:r>
              <a:rPr lang="en" sz="1200">
                <a:solidFill>
                  <a:srgbClr val="3B48F1"/>
                </a:solidFill>
              </a:rPr>
              <a:t>247</a:t>
            </a:r>
            <a:endParaRPr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